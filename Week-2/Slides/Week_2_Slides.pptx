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1.xml" ContentType="application/inkml+xml"/>
  <Override PartName="/ppt/ink/ink2.xml" ContentType="application/inkml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2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B957FE-FE39-4717-8CE4-879E987293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336FF79-F665-418E-8F31-84A6EEA89124}">
      <dgm:prSet/>
      <dgm:spPr/>
      <dgm:t>
        <a:bodyPr/>
        <a:lstStyle/>
        <a:p>
          <a:r>
            <a:rPr lang="en-NG"/>
            <a:t>CSS uses a simple pattern:</a:t>
          </a:r>
          <a:endParaRPr lang="en-US"/>
        </a:p>
      </dgm:t>
    </dgm:pt>
    <dgm:pt modelId="{FCD1EF49-D971-4249-B221-61FA0B3A1B38}" type="parTrans" cxnId="{34CD9F87-E721-4A4A-A51E-8531A4D54FF6}">
      <dgm:prSet/>
      <dgm:spPr/>
      <dgm:t>
        <a:bodyPr/>
        <a:lstStyle/>
        <a:p>
          <a:endParaRPr lang="en-US"/>
        </a:p>
      </dgm:t>
    </dgm:pt>
    <dgm:pt modelId="{F6920EDF-18DE-4903-9774-1CC6FAD1D5E8}" type="sibTrans" cxnId="{34CD9F87-E721-4A4A-A51E-8531A4D54FF6}">
      <dgm:prSet/>
      <dgm:spPr/>
      <dgm:t>
        <a:bodyPr/>
        <a:lstStyle/>
        <a:p>
          <a:endParaRPr lang="en-US"/>
        </a:p>
      </dgm:t>
    </dgm:pt>
    <dgm:pt modelId="{571AD2AB-5FDF-4C3F-A4E9-E6AF712223C9}">
      <dgm:prSet/>
      <dgm:spPr/>
      <dgm:t>
        <a:bodyPr/>
        <a:lstStyle/>
        <a:p>
          <a:r>
            <a:rPr lang="en-NG"/>
            <a:t>selector {</a:t>
          </a:r>
          <a:endParaRPr lang="en-US"/>
        </a:p>
      </dgm:t>
    </dgm:pt>
    <dgm:pt modelId="{F967D5EF-595E-48BD-8059-DFBB27DB1DB9}" type="parTrans" cxnId="{0A489B81-2DB5-42BF-A401-E285A91A3808}">
      <dgm:prSet/>
      <dgm:spPr/>
      <dgm:t>
        <a:bodyPr/>
        <a:lstStyle/>
        <a:p>
          <a:endParaRPr lang="en-US"/>
        </a:p>
      </dgm:t>
    </dgm:pt>
    <dgm:pt modelId="{68024FAE-D5FC-4AD2-B06F-68B9C9CCC5BD}" type="sibTrans" cxnId="{0A489B81-2DB5-42BF-A401-E285A91A3808}">
      <dgm:prSet/>
      <dgm:spPr/>
      <dgm:t>
        <a:bodyPr/>
        <a:lstStyle/>
        <a:p>
          <a:endParaRPr lang="en-US"/>
        </a:p>
      </dgm:t>
    </dgm:pt>
    <dgm:pt modelId="{0CB2F3D5-43FF-4F2F-8262-3473B0B3034E}">
      <dgm:prSet/>
      <dgm:spPr/>
      <dgm:t>
        <a:bodyPr/>
        <a:lstStyle/>
        <a:p>
          <a:r>
            <a:rPr lang="en-NG"/>
            <a:t>property: value;</a:t>
          </a:r>
          <a:endParaRPr lang="en-US"/>
        </a:p>
      </dgm:t>
    </dgm:pt>
    <dgm:pt modelId="{FA9BA5C8-060C-4F37-8EA9-3E1BB4B23E52}" type="parTrans" cxnId="{8342111D-D7F1-47A6-8860-0C8A7DB45546}">
      <dgm:prSet/>
      <dgm:spPr/>
      <dgm:t>
        <a:bodyPr/>
        <a:lstStyle/>
        <a:p>
          <a:endParaRPr lang="en-US"/>
        </a:p>
      </dgm:t>
    </dgm:pt>
    <dgm:pt modelId="{6D94667E-4EAF-4E43-A8FA-FC5442718631}" type="sibTrans" cxnId="{8342111D-D7F1-47A6-8860-0C8A7DB45546}">
      <dgm:prSet/>
      <dgm:spPr/>
      <dgm:t>
        <a:bodyPr/>
        <a:lstStyle/>
        <a:p>
          <a:endParaRPr lang="en-US"/>
        </a:p>
      </dgm:t>
    </dgm:pt>
    <dgm:pt modelId="{B3B4C617-3643-49AF-A0B6-572FCF613CA7}">
      <dgm:prSet/>
      <dgm:spPr/>
      <dgm:t>
        <a:bodyPr/>
        <a:lstStyle/>
        <a:p>
          <a:r>
            <a:rPr lang="en-NG"/>
            <a:t>}</a:t>
          </a:r>
          <a:endParaRPr lang="en-US"/>
        </a:p>
      </dgm:t>
    </dgm:pt>
    <dgm:pt modelId="{7ACCE861-6004-44E9-A7D3-515D19FB9E23}" type="parTrans" cxnId="{401F9287-7232-404D-B12A-2B0E91157575}">
      <dgm:prSet/>
      <dgm:spPr/>
      <dgm:t>
        <a:bodyPr/>
        <a:lstStyle/>
        <a:p>
          <a:endParaRPr lang="en-US"/>
        </a:p>
      </dgm:t>
    </dgm:pt>
    <dgm:pt modelId="{60FC4605-D183-4E0A-8FCC-C8467B6389CF}" type="sibTrans" cxnId="{401F9287-7232-404D-B12A-2B0E91157575}">
      <dgm:prSet/>
      <dgm:spPr/>
      <dgm:t>
        <a:bodyPr/>
        <a:lstStyle/>
        <a:p>
          <a:endParaRPr lang="en-US"/>
        </a:p>
      </dgm:t>
    </dgm:pt>
    <dgm:pt modelId="{9AC9BC65-225A-4EAB-B03A-ACB5CFAF2083}">
      <dgm:prSet/>
      <dgm:spPr/>
      <dgm:t>
        <a:bodyPr/>
        <a:lstStyle/>
        <a:p>
          <a:r>
            <a:rPr lang="en-NG"/>
            <a:t>Example:</a:t>
          </a:r>
          <a:endParaRPr lang="en-US"/>
        </a:p>
      </dgm:t>
    </dgm:pt>
    <dgm:pt modelId="{C8B7FE2F-E04B-4312-99A6-FECD5B39162E}" type="parTrans" cxnId="{F3C508A4-4260-436C-B529-030AC8540E9E}">
      <dgm:prSet/>
      <dgm:spPr/>
      <dgm:t>
        <a:bodyPr/>
        <a:lstStyle/>
        <a:p>
          <a:endParaRPr lang="en-US"/>
        </a:p>
      </dgm:t>
    </dgm:pt>
    <dgm:pt modelId="{339E3B60-552F-4C8E-B7C8-45AD5A8404FD}" type="sibTrans" cxnId="{F3C508A4-4260-436C-B529-030AC8540E9E}">
      <dgm:prSet/>
      <dgm:spPr/>
      <dgm:t>
        <a:bodyPr/>
        <a:lstStyle/>
        <a:p>
          <a:endParaRPr lang="en-US"/>
        </a:p>
      </dgm:t>
    </dgm:pt>
    <dgm:pt modelId="{23EFE286-2149-418E-B14B-EBAA4A9ED60A}">
      <dgm:prSet/>
      <dgm:spPr/>
      <dgm:t>
        <a:bodyPr/>
        <a:lstStyle/>
        <a:p>
          <a:r>
            <a:rPr lang="en-NG"/>
            <a:t>h1 {</a:t>
          </a:r>
          <a:endParaRPr lang="en-US"/>
        </a:p>
      </dgm:t>
    </dgm:pt>
    <dgm:pt modelId="{B420BB1B-8306-49ED-87B0-0C1DC2F5BAC4}" type="parTrans" cxnId="{AC4BD492-ED4C-46DA-954C-C0FA17AB6625}">
      <dgm:prSet/>
      <dgm:spPr/>
      <dgm:t>
        <a:bodyPr/>
        <a:lstStyle/>
        <a:p>
          <a:endParaRPr lang="en-US"/>
        </a:p>
      </dgm:t>
    </dgm:pt>
    <dgm:pt modelId="{05E2C39C-EEE3-418F-A9DD-EC319D04FBE3}" type="sibTrans" cxnId="{AC4BD492-ED4C-46DA-954C-C0FA17AB6625}">
      <dgm:prSet/>
      <dgm:spPr/>
      <dgm:t>
        <a:bodyPr/>
        <a:lstStyle/>
        <a:p>
          <a:endParaRPr lang="en-US"/>
        </a:p>
      </dgm:t>
    </dgm:pt>
    <dgm:pt modelId="{CD9A862D-E24F-4E9F-A3B9-64CBFC9C6B84}">
      <dgm:prSet/>
      <dgm:spPr/>
      <dgm:t>
        <a:bodyPr/>
        <a:lstStyle/>
        <a:p>
          <a:r>
            <a:rPr lang="en-NG"/>
            <a:t>color: blue;</a:t>
          </a:r>
          <a:endParaRPr lang="en-US"/>
        </a:p>
      </dgm:t>
    </dgm:pt>
    <dgm:pt modelId="{AB6D2E81-B5BD-469D-A7E3-9BD43A196931}" type="parTrans" cxnId="{3B9AEFA1-9F99-4E10-A212-88834140C26C}">
      <dgm:prSet/>
      <dgm:spPr/>
      <dgm:t>
        <a:bodyPr/>
        <a:lstStyle/>
        <a:p>
          <a:endParaRPr lang="en-US"/>
        </a:p>
      </dgm:t>
    </dgm:pt>
    <dgm:pt modelId="{0CA37B5C-6B3E-4B14-9A7F-3BD82D98EA39}" type="sibTrans" cxnId="{3B9AEFA1-9F99-4E10-A212-88834140C26C}">
      <dgm:prSet/>
      <dgm:spPr/>
      <dgm:t>
        <a:bodyPr/>
        <a:lstStyle/>
        <a:p>
          <a:endParaRPr lang="en-US"/>
        </a:p>
      </dgm:t>
    </dgm:pt>
    <dgm:pt modelId="{E3555795-D6A0-48BD-8F8F-987DE327CF6F}">
      <dgm:prSet/>
      <dgm:spPr/>
      <dgm:t>
        <a:bodyPr/>
        <a:lstStyle/>
        <a:p>
          <a:r>
            <a:rPr lang="en-NG"/>
            <a:t>}</a:t>
          </a:r>
          <a:endParaRPr lang="en-US"/>
        </a:p>
      </dgm:t>
    </dgm:pt>
    <dgm:pt modelId="{63C2FC4A-9451-4E42-8115-C5EDC618EC83}" type="parTrans" cxnId="{8CCFA114-914D-470E-8888-B12C8F603492}">
      <dgm:prSet/>
      <dgm:spPr/>
      <dgm:t>
        <a:bodyPr/>
        <a:lstStyle/>
        <a:p>
          <a:endParaRPr lang="en-US"/>
        </a:p>
      </dgm:t>
    </dgm:pt>
    <dgm:pt modelId="{7EE3ED93-415B-40AD-BDC7-77A4E3E5DADA}" type="sibTrans" cxnId="{8CCFA114-914D-470E-8888-B12C8F603492}">
      <dgm:prSet/>
      <dgm:spPr/>
      <dgm:t>
        <a:bodyPr/>
        <a:lstStyle/>
        <a:p>
          <a:endParaRPr lang="en-US"/>
        </a:p>
      </dgm:t>
    </dgm:pt>
    <dgm:pt modelId="{7E4B1C49-3C52-47AB-8482-1561836C1EE6}">
      <dgm:prSet/>
      <dgm:spPr/>
      <dgm:t>
        <a:bodyPr/>
        <a:lstStyle/>
        <a:p>
          <a:r>
            <a:rPr lang="en-NG" b="1"/>
            <a:t>Selector</a:t>
          </a:r>
          <a:endParaRPr lang="en-US"/>
        </a:p>
      </dgm:t>
    </dgm:pt>
    <dgm:pt modelId="{4D012058-5B98-4F3A-9C94-CDBF553C063B}" type="parTrans" cxnId="{5059A0E0-7E88-458E-9574-FDBFD2D1C76B}">
      <dgm:prSet/>
      <dgm:spPr/>
      <dgm:t>
        <a:bodyPr/>
        <a:lstStyle/>
        <a:p>
          <a:endParaRPr lang="en-US"/>
        </a:p>
      </dgm:t>
    </dgm:pt>
    <dgm:pt modelId="{C03451B7-7036-406E-B430-1028B0493718}" type="sibTrans" cxnId="{5059A0E0-7E88-458E-9574-FDBFD2D1C76B}">
      <dgm:prSet/>
      <dgm:spPr/>
      <dgm:t>
        <a:bodyPr/>
        <a:lstStyle/>
        <a:p>
          <a:endParaRPr lang="en-US"/>
        </a:p>
      </dgm:t>
    </dgm:pt>
    <dgm:pt modelId="{C7D69952-0A67-4F92-8199-308FA9170446}">
      <dgm:prSet/>
      <dgm:spPr/>
      <dgm:t>
        <a:bodyPr/>
        <a:lstStyle/>
        <a:p>
          <a:r>
            <a:rPr lang="en-NG"/>
            <a:t>h1</a:t>
          </a:r>
          <a:endParaRPr lang="en-US"/>
        </a:p>
      </dgm:t>
    </dgm:pt>
    <dgm:pt modelId="{0B8B876B-70F3-4A66-924F-D37E7C9CFDF3}" type="parTrans" cxnId="{B58E7393-A3E9-48A2-BA1D-0F53543467D8}">
      <dgm:prSet/>
      <dgm:spPr/>
      <dgm:t>
        <a:bodyPr/>
        <a:lstStyle/>
        <a:p>
          <a:endParaRPr lang="en-US"/>
        </a:p>
      </dgm:t>
    </dgm:pt>
    <dgm:pt modelId="{92E4B69E-73B8-43F9-B37F-8D0B161633F4}" type="sibTrans" cxnId="{B58E7393-A3E9-48A2-BA1D-0F53543467D8}">
      <dgm:prSet/>
      <dgm:spPr/>
      <dgm:t>
        <a:bodyPr/>
        <a:lstStyle/>
        <a:p>
          <a:endParaRPr lang="en-US"/>
        </a:p>
      </dgm:t>
    </dgm:pt>
    <dgm:pt modelId="{88BD770B-A184-4960-A803-57F93A691017}">
      <dgm:prSet/>
      <dgm:spPr/>
      <dgm:t>
        <a:bodyPr/>
        <a:lstStyle/>
        <a:p>
          <a:r>
            <a:rPr lang="en-NG" b="1"/>
            <a:t>Property</a:t>
          </a:r>
          <a:endParaRPr lang="en-US"/>
        </a:p>
      </dgm:t>
    </dgm:pt>
    <dgm:pt modelId="{4469B4B2-3EBF-4961-857F-1782C0CA5500}" type="parTrans" cxnId="{E685295C-4742-482B-8426-02BB8F09E2AA}">
      <dgm:prSet/>
      <dgm:spPr/>
      <dgm:t>
        <a:bodyPr/>
        <a:lstStyle/>
        <a:p>
          <a:endParaRPr lang="en-US"/>
        </a:p>
      </dgm:t>
    </dgm:pt>
    <dgm:pt modelId="{D5CEFE4F-29C8-41CD-A116-EAC7C57EFEA8}" type="sibTrans" cxnId="{E685295C-4742-482B-8426-02BB8F09E2AA}">
      <dgm:prSet/>
      <dgm:spPr/>
      <dgm:t>
        <a:bodyPr/>
        <a:lstStyle/>
        <a:p>
          <a:endParaRPr lang="en-US"/>
        </a:p>
      </dgm:t>
    </dgm:pt>
    <dgm:pt modelId="{710CC172-AB6E-4218-9322-E707D22CA6E4}">
      <dgm:prSet/>
      <dgm:spPr/>
      <dgm:t>
        <a:bodyPr/>
        <a:lstStyle/>
        <a:p>
          <a:r>
            <a:rPr lang="en-NG"/>
            <a:t>color</a:t>
          </a:r>
          <a:endParaRPr lang="en-US"/>
        </a:p>
      </dgm:t>
    </dgm:pt>
    <dgm:pt modelId="{93378EDC-54FF-4FBD-BCD8-4B3A297F7C62}" type="parTrans" cxnId="{15E85DAF-3034-4D81-A5E4-D20A5E36447E}">
      <dgm:prSet/>
      <dgm:spPr/>
      <dgm:t>
        <a:bodyPr/>
        <a:lstStyle/>
        <a:p>
          <a:endParaRPr lang="en-US"/>
        </a:p>
      </dgm:t>
    </dgm:pt>
    <dgm:pt modelId="{5C5F34D6-C789-4636-9D11-47CA27BCBD24}" type="sibTrans" cxnId="{15E85DAF-3034-4D81-A5E4-D20A5E36447E}">
      <dgm:prSet/>
      <dgm:spPr/>
      <dgm:t>
        <a:bodyPr/>
        <a:lstStyle/>
        <a:p>
          <a:endParaRPr lang="en-US"/>
        </a:p>
      </dgm:t>
    </dgm:pt>
    <dgm:pt modelId="{804EE799-F988-484A-BDC1-A96C23D36F14}">
      <dgm:prSet/>
      <dgm:spPr/>
      <dgm:t>
        <a:bodyPr/>
        <a:lstStyle/>
        <a:p>
          <a:r>
            <a:rPr lang="en-NG" b="1"/>
            <a:t>Value</a:t>
          </a:r>
          <a:endParaRPr lang="en-US"/>
        </a:p>
      </dgm:t>
    </dgm:pt>
    <dgm:pt modelId="{F1C5CD78-FDE4-456B-AEF3-A62505CF1836}" type="parTrans" cxnId="{66783741-D4FF-4FE6-9D0F-AC3CFE345862}">
      <dgm:prSet/>
      <dgm:spPr/>
      <dgm:t>
        <a:bodyPr/>
        <a:lstStyle/>
        <a:p>
          <a:endParaRPr lang="en-US"/>
        </a:p>
      </dgm:t>
    </dgm:pt>
    <dgm:pt modelId="{1DC0AF83-65FD-4B40-BD7C-F7ED812C9D6F}" type="sibTrans" cxnId="{66783741-D4FF-4FE6-9D0F-AC3CFE345862}">
      <dgm:prSet/>
      <dgm:spPr/>
      <dgm:t>
        <a:bodyPr/>
        <a:lstStyle/>
        <a:p>
          <a:endParaRPr lang="en-US"/>
        </a:p>
      </dgm:t>
    </dgm:pt>
    <dgm:pt modelId="{81E33094-78CC-47FB-B0DA-F238F1472AE6}">
      <dgm:prSet/>
      <dgm:spPr/>
      <dgm:t>
        <a:bodyPr/>
        <a:lstStyle/>
        <a:p>
          <a:r>
            <a:rPr lang="en-NG"/>
            <a:t>blue</a:t>
          </a:r>
          <a:endParaRPr lang="en-US"/>
        </a:p>
      </dgm:t>
    </dgm:pt>
    <dgm:pt modelId="{1AB630F2-6836-45E6-BCF0-A1EEB373126A}" type="parTrans" cxnId="{362204A1-0778-4B2F-8AD6-537DC29D5544}">
      <dgm:prSet/>
      <dgm:spPr/>
      <dgm:t>
        <a:bodyPr/>
        <a:lstStyle/>
        <a:p>
          <a:endParaRPr lang="en-US"/>
        </a:p>
      </dgm:t>
    </dgm:pt>
    <dgm:pt modelId="{90AE728B-7A95-4CE3-B891-B06C302EAF92}" type="sibTrans" cxnId="{362204A1-0778-4B2F-8AD6-537DC29D5544}">
      <dgm:prSet/>
      <dgm:spPr/>
      <dgm:t>
        <a:bodyPr/>
        <a:lstStyle/>
        <a:p>
          <a:endParaRPr lang="en-US"/>
        </a:p>
      </dgm:t>
    </dgm:pt>
    <dgm:pt modelId="{E866536B-EB32-43D3-8F91-865116DC0A5D}" type="pres">
      <dgm:prSet presAssocID="{85B957FE-FE39-4717-8CE4-879E987293DC}" presName="linear" presStyleCnt="0">
        <dgm:presLayoutVars>
          <dgm:animLvl val="lvl"/>
          <dgm:resizeHandles val="exact"/>
        </dgm:presLayoutVars>
      </dgm:prSet>
      <dgm:spPr/>
    </dgm:pt>
    <dgm:pt modelId="{F8590725-9D4C-485B-AACC-9675D34A16AC}" type="pres">
      <dgm:prSet presAssocID="{B336FF79-F665-418E-8F31-84A6EEA8912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E8E3056-3F7D-43FC-BE98-F442165B51C9}" type="pres">
      <dgm:prSet presAssocID="{B336FF79-F665-418E-8F31-84A6EEA89124}" presName="childText" presStyleLbl="revTx" presStyleIdx="0" presStyleCnt="5">
        <dgm:presLayoutVars>
          <dgm:bulletEnabled val="1"/>
        </dgm:presLayoutVars>
      </dgm:prSet>
      <dgm:spPr/>
    </dgm:pt>
    <dgm:pt modelId="{7D00D209-CCE4-4514-A399-8B7E4E0D4A23}" type="pres">
      <dgm:prSet presAssocID="{9AC9BC65-225A-4EAB-B03A-ACB5CFAF208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5D250D4-E065-4EEC-97F1-EFACD60FEA16}" type="pres">
      <dgm:prSet presAssocID="{9AC9BC65-225A-4EAB-B03A-ACB5CFAF2083}" presName="childText" presStyleLbl="revTx" presStyleIdx="1" presStyleCnt="5">
        <dgm:presLayoutVars>
          <dgm:bulletEnabled val="1"/>
        </dgm:presLayoutVars>
      </dgm:prSet>
      <dgm:spPr/>
    </dgm:pt>
    <dgm:pt modelId="{0BE61EB5-527E-4458-BDA4-CFE342EED2D0}" type="pres">
      <dgm:prSet presAssocID="{7E4B1C49-3C52-47AB-8482-1561836C1EE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21BC05D-EF87-43B4-8407-21181D871C18}" type="pres">
      <dgm:prSet presAssocID="{7E4B1C49-3C52-47AB-8482-1561836C1EE6}" presName="childText" presStyleLbl="revTx" presStyleIdx="2" presStyleCnt="5">
        <dgm:presLayoutVars>
          <dgm:bulletEnabled val="1"/>
        </dgm:presLayoutVars>
      </dgm:prSet>
      <dgm:spPr/>
    </dgm:pt>
    <dgm:pt modelId="{5D99A4FF-374A-4949-A5A4-0C066A0E2DB3}" type="pres">
      <dgm:prSet presAssocID="{88BD770B-A184-4960-A803-57F93A69101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E75F42E-D3A0-4F0F-B5F3-980985F4757E}" type="pres">
      <dgm:prSet presAssocID="{88BD770B-A184-4960-A803-57F93A691017}" presName="childText" presStyleLbl="revTx" presStyleIdx="3" presStyleCnt="5">
        <dgm:presLayoutVars>
          <dgm:bulletEnabled val="1"/>
        </dgm:presLayoutVars>
      </dgm:prSet>
      <dgm:spPr/>
    </dgm:pt>
    <dgm:pt modelId="{ECF39245-7F19-4B28-BD0A-50C9BC36406C}" type="pres">
      <dgm:prSet presAssocID="{804EE799-F988-484A-BDC1-A96C23D36F14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B6F20F9C-B231-4EA7-BB92-97F435B73A28}" type="pres">
      <dgm:prSet presAssocID="{804EE799-F988-484A-BDC1-A96C23D36F14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8BEAF006-52C7-4366-A721-0E07CB4A55C3}" type="presOf" srcId="{B336FF79-F665-418E-8F31-84A6EEA89124}" destId="{F8590725-9D4C-485B-AACC-9675D34A16AC}" srcOrd="0" destOrd="0" presId="urn:microsoft.com/office/officeart/2005/8/layout/vList2"/>
    <dgm:cxn modelId="{01A4020C-BF65-418D-8B0F-BB09FF6E0ABF}" type="presOf" srcId="{7E4B1C49-3C52-47AB-8482-1561836C1EE6}" destId="{0BE61EB5-527E-4458-BDA4-CFE342EED2D0}" srcOrd="0" destOrd="0" presId="urn:microsoft.com/office/officeart/2005/8/layout/vList2"/>
    <dgm:cxn modelId="{CF751812-0B2B-4ECB-894E-C4327F33151C}" type="presOf" srcId="{88BD770B-A184-4960-A803-57F93A691017}" destId="{5D99A4FF-374A-4949-A5A4-0C066A0E2DB3}" srcOrd="0" destOrd="0" presId="urn:microsoft.com/office/officeart/2005/8/layout/vList2"/>
    <dgm:cxn modelId="{8CCFA114-914D-470E-8888-B12C8F603492}" srcId="{9AC9BC65-225A-4EAB-B03A-ACB5CFAF2083}" destId="{E3555795-D6A0-48BD-8F8F-987DE327CF6F}" srcOrd="2" destOrd="0" parTransId="{63C2FC4A-9451-4E42-8115-C5EDC618EC83}" sibTransId="{7EE3ED93-415B-40AD-BDC7-77A4E3E5DADA}"/>
    <dgm:cxn modelId="{374E0919-1663-42A7-9808-B9EAE1396A65}" type="presOf" srcId="{CD9A862D-E24F-4E9F-A3B9-64CBFC9C6B84}" destId="{D5D250D4-E065-4EEC-97F1-EFACD60FEA16}" srcOrd="0" destOrd="1" presId="urn:microsoft.com/office/officeart/2005/8/layout/vList2"/>
    <dgm:cxn modelId="{8342111D-D7F1-47A6-8860-0C8A7DB45546}" srcId="{B336FF79-F665-418E-8F31-84A6EEA89124}" destId="{0CB2F3D5-43FF-4F2F-8262-3473B0B3034E}" srcOrd="1" destOrd="0" parTransId="{FA9BA5C8-060C-4F37-8EA9-3E1BB4B23E52}" sibTransId="{6D94667E-4EAF-4E43-A8FA-FC5442718631}"/>
    <dgm:cxn modelId="{AA242F1D-9234-47ED-ABBA-410CDD37A211}" type="presOf" srcId="{571AD2AB-5FDF-4C3F-A4E9-E6AF712223C9}" destId="{9E8E3056-3F7D-43FC-BE98-F442165B51C9}" srcOrd="0" destOrd="0" presId="urn:microsoft.com/office/officeart/2005/8/layout/vList2"/>
    <dgm:cxn modelId="{B8C98439-0355-476A-BD12-38B8437093FB}" type="presOf" srcId="{710CC172-AB6E-4218-9322-E707D22CA6E4}" destId="{4E75F42E-D3A0-4F0F-B5F3-980985F4757E}" srcOrd="0" destOrd="0" presId="urn:microsoft.com/office/officeart/2005/8/layout/vList2"/>
    <dgm:cxn modelId="{E685295C-4742-482B-8426-02BB8F09E2AA}" srcId="{85B957FE-FE39-4717-8CE4-879E987293DC}" destId="{88BD770B-A184-4960-A803-57F93A691017}" srcOrd="3" destOrd="0" parTransId="{4469B4B2-3EBF-4961-857F-1782C0CA5500}" sibTransId="{D5CEFE4F-29C8-41CD-A116-EAC7C57EFEA8}"/>
    <dgm:cxn modelId="{66783741-D4FF-4FE6-9D0F-AC3CFE345862}" srcId="{85B957FE-FE39-4717-8CE4-879E987293DC}" destId="{804EE799-F988-484A-BDC1-A96C23D36F14}" srcOrd="4" destOrd="0" parTransId="{F1C5CD78-FDE4-456B-AEF3-A62505CF1836}" sibTransId="{1DC0AF83-65FD-4B40-BD7C-F7ED812C9D6F}"/>
    <dgm:cxn modelId="{962E9A42-782A-4026-BBA0-E09A3AD5FD01}" type="presOf" srcId="{B3B4C617-3643-49AF-A0B6-572FCF613CA7}" destId="{9E8E3056-3F7D-43FC-BE98-F442165B51C9}" srcOrd="0" destOrd="2" presId="urn:microsoft.com/office/officeart/2005/8/layout/vList2"/>
    <dgm:cxn modelId="{2B667F65-EEB7-4A81-9D67-43CEFC8A1396}" type="presOf" srcId="{804EE799-F988-484A-BDC1-A96C23D36F14}" destId="{ECF39245-7F19-4B28-BD0A-50C9BC36406C}" srcOrd="0" destOrd="0" presId="urn:microsoft.com/office/officeart/2005/8/layout/vList2"/>
    <dgm:cxn modelId="{767D9050-AD11-4CDC-8A8E-313914C15E38}" type="presOf" srcId="{9AC9BC65-225A-4EAB-B03A-ACB5CFAF2083}" destId="{7D00D209-CCE4-4514-A399-8B7E4E0D4A23}" srcOrd="0" destOrd="0" presId="urn:microsoft.com/office/officeart/2005/8/layout/vList2"/>
    <dgm:cxn modelId="{0A489B81-2DB5-42BF-A401-E285A91A3808}" srcId="{B336FF79-F665-418E-8F31-84A6EEA89124}" destId="{571AD2AB-5FDF-4C3F-A4E9-E6AF712223C9}" srcOrd="0" destOrd="0" parTransId="{F967D5EF-595E-48BD-8059-DFBB27DB1DB9}" sibTransId="{68024FAE-D5FC-4AD2-B06F-68B9C9CCC5BD}"/>
    <dgm:cxn modelId="{401F9287-7232-404D-B12A-2B0E91157575}" srcId="{B336FF79-F665-418E-8F31-84A6EEA89124}" destId="{B3B4C617-3643-49AF-A0B6-572FCF613CA7}" srcOrd="2" destOrd="0" parTransId="{7ACCE861-6004-44E9-A7D3-515D19FB9E23}" sibTransId="{60FC4605-D183-4E0A-8FCC-C8467B6389CF}"/>
    <dgm:cxn modelId="{34CD9F87-E721-4A4A-A51E-8531A4D54FF6}" srcId="{85B957FE-FE39-4717-8CE4-879E987293DC}" destId="{B336FF79-F665-418E-8F31-84A6EEA89124}" srcOrd="0" destOrd="0" parTransId="{FCD1EF49-D971-4249-B221-61FA0B3A1B38}" sibTransId="{F6920EDF-18DE-4903-9774-1CC6FAD1D5E8}"/>
    <dgm:cxn modelId="{5EE6598B-B2F9-41E3-8735-8EF2F42C7AFF}" type="presOf" srcId="{E3555795-D6A0-48BD-8F8F-987DE327CF6F}" destId="{D5D250D4-E065-4EEC-97F1-EFACD60FEA16}" srcOrd="0" destOrd="2" presId="urn:microsoft.com/office/officeart/2005/8/layout/vList2"/>
    <dgm:cxn modelId="{68152F92-E22C-459D-A420-AB9BC7591633}" type="presOf" srcId="{0CB2F3D5-43FF-4F2F-8262-3473B0B3034E}" destId="{9E8E3056-3F7D-43FC-BE98-F442165B51C9}" srcOrd="0" destOrd="1" presId="urn:microsoft.com/office/officeart/2005/8/layout/vList2"/>
    <dgm:cxn modelId="{AC4BD492-ED4C-46DA-954C-C0FA17AB6625}" srcId="{9AC9BC65-225A-4EAB-B03A-ACB5CFAF2083}" destId="{23EFE286-2149-418E-B14B-EBAA4A9ED60A}" srcOrd="0" destOrd="0" parTransId="{B420BB1B-8306-49ED-87B0-0C1DC2F5BAC4}" sibTransId="{05E2C39C-EEE3-418F-A9DD-EC319D04FBE3}"/>
    <dgm:cxn modelId="{B58E7393-A3E9-48A2-BA1D-0F53543467D8}" srcId="{7E4B1C49-3C52-47AB-8482-1561836C1EE6}" destId="{C7D69952-0A67-4F92-8199-308FA9170446}" srcOrd="0" destOrd="0" parTransId="{0B8B876B-70F3-4A66-924F-D37E7C9CFDF3}" sibTransId="{92E4B69E-73B8-43F9-B37F-8D0B161633F4}"/>
    <dgm:cxn modelId="{362204A1-0778-4B2F-8AD6-537DC29D5544}" srcId="{804EE799-F988-484A-BDC1-A96C23D36F14}" destId="{81E33094-78CC-47FB-B0DA-F238F1472AE6}" srcOrd="0" destOrd="0" parTransId="{1AB630F2-6836-45E6-BCF0-A1EEB373126A}" sibTransId="{90AE728B-7A95-4CE3-B891-B06C302EAF92}"/>
    <dgm:cxn modelId="{3B9AEFA1-9F99-4E10-A212-88834140C26C}" srcId="{9AC9BC65-225A-4EAB-B03A-ACB5CFAF2083}" destId="{CD9A862D-E24F-4E9F-A3B9-64CBFC9C6B84}" srcOrd="1" destOrd="0" parTransId="{AB6D2E81-B5BD-469D-A7E3-9BD43A196931}" sibTransId="{0CA37B5C-6B3E-4B14-9A7F-3BD82D98EA39}"/>
    <dgm:cxn modelId="{F3C508A4-4260-436C-B529-030AC8540E9E}" srcId="{85B957FE-FE39-4717-8CE4-879E987293DC}" destId="{9AC9BC65-225A-4EAB-B03A-ACB5CFAF2083}" srcOrd="1" destOrd="0" parTransId="{C8B7FE2F-E04B-4312-99A6-FECD5B39162E}" sibTransId="{339E3B60-552F-4C8E-B7C8-45AD5A8404FD}"/>
    <dgm:cxn modelId="{15E85DAF-3034-4D81-A5E4-D20A5E36447E}" srcId="{88BD770B-A184-4960-A803-57F93A691017}" destId="{710CC172-AB6E-4218-9322-E707D22CA6E4}" srcOrd="0" destOrd="0" parTransId="{93378EDC-54FF-4FBD-BCD8-4B3A297F7C62}" sibTransId="{5C5F34D6-C789-4636-9D11-47CA27BCBD24}"/>
    <dgm:cxn modelId="{6B6D68BD-6FE7-4312-8C9D-25E47AE9143D}" type="presOf" srcId="{23EFE286-2149-418E-B14B-EBAA4A9ED60A}" destId="{D5D250D4-E065-4EEC-97F1-EFACD60FEA16}" srcOrd="0" destOrd="0" presId="urn:microsoft.com/office/officeart/2005/8/layout/vList2"/>
    <dgm:cxn modelId="{5059A0E0-7E88-458E-9574-FDBFD2D1C76B}" srcId="{85B957FE-FE39-4717-8CE4-879E987293DC}" destId="{7E4B1C49-3C52-47AB-8482-1561836C1EE6}" srcOrd="2" destOrd="0" parTransId="{4D012058-5B98-4F3A-9C94-CDBF553C063B}" sibTransId="{C03451B7-7036-406E-B430-1028B0493718}"/>
    <dgm:cxn modelId="{4F7054E3-DC36-47DD-AC46-0B629A6B84C0}" type="presOf" srcId="{C7D69952-0A67-4F92-8199-308FA9170446}" destId="{421BC05D-EF87-43B4-8407-21181D871C18}" srcOrd="0" destOrd="0" presId="urn:microsoft.com/office/officeart/2005/8/layout/vList2"/>
    <dgm:cxn modelId="{69C034E9-7E95-4A60-A8D5-C9EE3FB0FB98}" type="presOf" srcId="{81E33094-78CC-47FB-B0DA-F238F1472AE6}" destId="{B6F20F9C-B231-4EA7-BB92-97F435B73A28}" srcOrd="0" destOrd="0" presId="urn:microsoft.com/office/officeart/2005/8/layout/vList2"/>
    <dgm:cxn modelId="{D8A6B0FB-D250-43A8-9D51-16B3021C72F2}" type="presOf" srcId="{85B957FE-FE39-4717-8CE4-879E987293DC}" destId="{E866536B-EB32-43D3-8F91-865116DC0A5D}" srcOrd="0" destOrd="0" presId="urn:microsoft.com/office/officeart/2005/8/layout/vList2"/>
    <dgm:cxn modelId="{E6B5A773-712D-4401-86E0-4DB418DC44F6}" type="presParOf" srcId="{E866536B-EB32-43D3-8F91-865116DC0A5D}" destId="{F8590725-9D4C-485B-AACC-9675D34A16AC}" srcOrd="0" destOrd="0" presId="urn:microsoft.com/office/officeart/2005/8/layout/vList2"/>
    <dgm:cxn modelId="{0E47F56F-75CE-4B6E-89F8-0C270F970864}" type="presParOf" srcId="{E866536B-EB32-43D3-8F91-865116DC0A5D}" destId="{9E8E3056-3F7D-43FC-BE98-F442165B51C9}" srcOrd="1" destOrd="0" presId="urn:microsoft.com/office/officeart/2005/8/layout/vList2"/>
    <dgm:cxn modelId="{6F35E9B5-2D99-493B-92B1-ACE799DF675B}" type="presParOf" srcId="{E866536B-EB32-43D3-8F91-865116DC0A5D}" destId="{7D00D209-CCE4-4514-A399-8B7E4E0D4A23}" srcOrd="2" destOrd="0" presId="urn:microsoft.com/office/officeart/2005/8/layout/vList2"/>
    <dgm:cxn modelId="{65E92088-08E5-4DF8-B510-C7E717592F8D}" type="presParOf" srcId="{E866536B-EB32-43D3-8F91-865116DC0A5D}" destId="{D5D250D4-E065-4EEC-97F1-EFACD60FEA16}" srcOrd="3" destOrd="0" presId="urn:microsoft.com/office/officeart/2005/8/layout/vList2"/>
    <dgm:cxn modelId="{08592837-3350-44E3-A7A9-CCA1F98CE27A}" type="presParOf" srcId="{E866536B-EB32-43D3-8F91-865116DC0A5D}" destId="{0BE61EB5-527E-4458-BDA4-CFE342EED2D0}" srcOrd="4" destOrd="0" presId="urn:microsoft.com/office/officeart/2005/8/layout/vList2"/>
    <dgm:cxn modelId="{93AA006A-5252-4EBC-A7C2-1AE31FE30DAF}" type="presParOf" srcId="{E866536B-EB32-43D3-8F91-865116DC0A5D}" destId="{421BC05D-EF87-43B4-8407-21181D871C18}" srcOrd="5" destOrd="0" presId="urn:microsoft.com/office/officeart/2005/8/layout/vList2"/>
    <dgm:cxn modelId="{6E2C0372-66B2-4517-8A1D-895F3B47A5E4}" type="presParOf" srcId="{E866536B-EB32-43D3-8F91-865116DC0A5D}" destId="{5D99A4FF-374A-4949-A5A4-0C066A0E2DB3}" srcOrd="6" destOrd="0" presId="urn:microsoft.com/office/officeart/2005/8/layout/vList2"/>
    <dgm:cxn modelId="{2E842F85-3191-472D-AE5C-80F0FD377BF2}" type="presParOf" srcId="{E866536B-EB32-43D3-8F91-865116DC0A5D}" destId="{4E75F42E-D3A0-4F0F-B5F3-980985F4757E}" srcOrd="7" destOrd="0" presId="urn:microsoft.com/office/officeart/2005/8/layout/vList2"/>
    <dgm:cxn modelId="{2DE1995E-219F-495E-8A28-3CE5A8556B41}" type="presParOf" srcId="{E866536B-EB32-43D3-8F91-865116DC0A5D}" destId="{ECF39245-7F19-4B28-BD0A-50C9BC36406C}" srcOrd="8" destOrd="0" presId="urn:microsoft.com/office/officeart/2005/8/layout/vList2"/>
    <dgm:cxn modelId="{C29E86E0-5A17-4D8A-A040-C48E7AC4E38D}" type="presParOf" srcId="{E866536B-EB32-43D3-8F91-865116DC0A5D}" destId="{B6F20F9C-B231-4EA7-BB92-97F435B73A28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5773BD-9A9E-4A17-AC4B-8F3C11E000FD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9541E4B-0133-47ED-A937-2AC6CC31F5D3}">
      <dgm:prSet/>
      <dgm:spPr/>
      <dgm:t>
        <a:bodyPr/>
        <a:lstStyle/>
        <a:p>
          <a:r>
            <a:rPr lang="en-NG"/>
            <a:t>CSS gives us many ways to control color.</a:t>
          </a:r>
          <a:endParaRPr lang="en-US"/>
        </a:p>
      </dgm:t>
    </dgm:pt>
    <dgm:pt modelId="{775C1191-E830-4126-99AC-7B396F0FB531}" type="parTrans" cxnId="{826BF9D7-25CE-4311-BB9A-C9F25F5E44F9}">
      <dgm:prSet/>
      <dgm:spPr/>
      <dgm:t>
        <a:bodyPr/>
        <a:lstStyle/>
        <a:p>
          <a:endParaRPr lang="en-US"/>
        </a:p>
      </dgm:t>
    </dgm:pt>
    <dgm:pt modelId="{AC7556E7-7B73-4D27-903C-67AAA8EA9E94}" type="sibTrans" cxnId="{826BF9D7-25CE-4311-BB9A-C9F25F5E44F9}">
      <dgm:prSet/>
      <dgm:spPr/>
      <dgm:t>
        <a:bodyPr/>
        <a:lstStyle/>
        <a:p>
          <a:endParaRPr lang="en-US"/>
        </a:p>
      </dgm:t>
    </dgm:pt>
    <dgm:pt modelId="{E00F1C32-0E4E-4391-9AD6-CCF56D04E77C}">
      <dgm:prSet/>
      <dgm:spPr/>
      <dgm:t>
        <a:bodyPr/>
        <a:lstStyle/>
        <a:p>
          <a:r>
            <a:rPr lang="en-NG"/>
            <a:t>color: white;</a:t>
          </a:r>
          <a:endParaRPr lang="en-US"/>
        </a:p>
      </dgm:t>
    </dgm:pt>
    <dgm:pt modelId="{37B28C46-FBBD-44B5-9A59-EBB6D9045922}" type="parTrans" cxnId="{DB31C2AA-E145-4C52-BD28-D841EFDF603E}">
      <dgm:prSet/>
      <dgm:spPr/>
      <dgm:t>
        <a:bodyPr/>
        <a:lstStyle/>
        <a:p>
          <a:endParaRPr lang="en-US"/>
        </a:p>
      </dgm:t>
    </dgm:pt>
    <dgm:pt modelId="{61CDDED1-AAAE-450F-A681-EC808B19DAB3}" type="sibTrans" cxnId="{DB31C2AA-E145-4C52-BD28-D841EFDF603E}">
      <dgm:prSet/>
      <dgm:spPr/>
      <dgm:t>
        <a:bodyPr/>
        <a:lstStyle/>
        <a:p>
          <a:endParaRPr lang="en-US"/>
        </a:p>
      </dgm:t>
    </dgm:pt>
    <dgm:pt modelId="{9B6BB1AB-71D0-4F7C-BC6D-0BDA4B9C2035}">
      <dgm:prSet/>
      <dgm:spPr/>
      <dgm:t>
        <a:bodyPr/>
        <a:lstStyle/>
        <a:p>
          <a:r>
            <a:rPr lang="en-NG"/>
            <a:t>background-color: black;</a:t>
          </a:r>
          <a:endParaRPr lang="en-US"/>
        </a:p>
      </dgm:t>
    </dgm:pt>
    <dgm:pt modelId="{A565847C-9A12-403F-96FD-8961ABBEC2C9}" type="parTrans" cxnId="{7A17143F-38B8-4435-BCFB-8EBD7C4AB2D8}">
      <dgm:prSet/>
      <dgm:spPr/>
      <dgm:t>
        <a:bodyPr/>
        <a:lstStyle/>
        <a:p>
          <a:endParaRPr lang="en-US"/>
        </a:p>
      </dgm:t>
    </dgm:pt>
    <dgm:pt modelId="{2D32B2F5-BBDD-4954-88DE-C33DB4E21379}" type="sibTrans" cxnId="{7A17143F-38B8-4435-BCFB-8EBD7C4AB2D8}">
      <dgm:prSet/>
      <dgm:spPr/>
      <dgm:t>
        <a:bodyPr/>
        <a:lstStyle/>
        <a:p>
          <a:endParaRPr lang="en-US"/>
        </a:p>
      </dgm:t>
    </dgm:pt>
    <dgm:pt modelId="{C69019A7-BB4A-44C8-B3B1-C31F81AB3CD0}">
      <dgm:prSet/>
      <dgm:spPr/>
      <dgm:t>
        <a:bodyPr/>
        <a:lstStyle/>
        <a:p>
          <a:r>
            <a:rPr lang="en-NG"/>
            <a:t>We can also use:</a:t>
          </a:r>
          <a:endParaRPr lang="en-US"/>
        </a:p>
      </dgm:t>
    </dgm:pt>
    <dgm:pt modelId="{A4F04932-5AB0-46AD-846E-E05C69486D18}" type="parTrans" cxnId="{9C49657F-25B5-4DB8-AF0C-90E1A53AC139}">
      <dgm:prSet/>
      <dgm:spPr/>
      <dgm:t>
        <a:bodyPr/>
        <a:lstStyle/>
        <a:p>
          <a:endParaRPr lang="en-US"/>
        </a:p>
      </dgm:t>
    </dgm:pt>
    <dgm:pt modelId="{C11C9BCB-CF20-4F08-A6AF-652B0AAA0EAB}" type="sibTrans" cxnId="{9C49657F-25B5-4DB8-AF0C-90E1A53AC139}">
      <dgm:prSet/>
      <dgm:spPr/>
      <dgm:t>
        <a:bodyPr/>
        <a:lstStyle/>
        <a:p>
          <a:endParaRPr lang="en-US"/>
        </a:p>
      </dgm:t>
    </dgm:pt>
    <dgm:pt modelId="{7C4BDF43-512F-42EA-BFB3-F66CC7D2D15B}">
      <dgm:prSet/>
      <dgm:spPr/>
      <dgm:t>
        <a:bodyPr/>
        <a:lstStyle/>
        <a:p>
          <a:r>
            <a:rPr lang="en-NG"/>
            <a:t>color: #00ffff;</a:t>
          </a:r>
          <a:endParaRPr lang="en-US"/>
        </a:p>
      </dgm:t>
    </dgm:pt>
    <dgm:pt modelId="{36E6825D-A838-480D-8F51-CECC43CA6B6A}" type="parTrans" cxnId="{0D411D89-C81A-4CC5-96AB-7A1C5BB17398}">
      <dgm:prSet/>
      <dgm:spPr/>
      <dgm:t>
        <a:bodyPr/>
        <a:lstStyle/>
        <a:p>
          <a:endParaRPr lang="en-US"/>
        </a:p>
      </dgm:t>
    </dgm:pt>
    <dgm:pt modelId="{A19E0C09-6A59-4EA7-BC7E-61DC5929FF64}" type="sibTrans" cxnId="{0D411D89-C81A-4CC5-96AB-7A1C5BB17398}">
      <dgm:prSet/>
      <dgm:spPr/>
      <dgm:t>
        <a:bodyPr/>
        <a:lstStyle/>
        <a:p>
          <a:endParaRPr lang="en-US"/>
        </a:p>
      </dgm:t>
    </dgm:pt>
    <dgm:pt modelId="{C7D54E83-1131-42F3-8DFA-730E48D597F0}" type="pres">
      <dgm:prSet presAssocID="{B15773BD-9A9E-4A17-AC4B-8F3C11E000FD}" presName="Name0" presStyleCnt="0">
        <dgm:presLayoutVars>
          <dgm:dir/>
          <dgm:animLvl val="lvl"/>
          <dgm:resizeHandles val="exact"/>
        </dgm:presLayoutVars>
      </dgm:prSet>
      <dgm:spPr/>
    </dgm:pt>
    <dgm:pt modelId="{6FA25FEF-DD91-4C9E-AFD6-D725D0DE4A19}" type="pres">
      <dgm:prSet presAssocID="{C69019A7-BB4A-44C8-B3B1-C31F81AB3CD0}" presName="boxAndChildren" presStyleCnt="0"/>
      <dgm:spPr/>
    </dgm:pt>
    <dgm:pt modelId="{788A5927-101F-452F-8639-942FA3413DB2}" type="pres">
      <dgm:prSet presAssocID="{C69019A7-BB4A-44C8-B3B1-C31F81AB3CD0}" presName="parentTextBox" presStyleLbl="node1" presStyleIdx="0" presStyleCnt="2"/>
      <dgm:spPr/>
    </dgm:pt>
    <dgm:pt modelId="{71241764-3DA5-47DC-A5C8-444A372369D0}" type="pres">
      <dgm:prSet presAssocID="{C69019A7-BB4A-44C8-B3B1-C31F81AB3CD0}" presName="entireBox" presStyleLbl="node1" presStyleIdx="0" presStyleCnt="2"/>
      <dgm:spPr/>
    </dgm:pt>
    <dgm:pt modelId="{8A9B8ADF-5AA3-4B22-A15B-2B445E3788F7}" type="pres">
      <dgm:prSet presAssocID="{C69019A7-BB4A-44C8-B3B1-C31F81AB3CD0}" presName="descendantBox" presStyleCnt="0"/>
      <dgm:spPr/>
    </dgm:pt>
    <dgm:pt modelId="{82176E2D-C3B0-4570-ADE7-07E9D9C4805A}" type="pres">
      <dgm:prSet presAssocID="{7C4BDF43-512F-42EA-BFB3-F66CC7D2D15B}" presName="childTextBox" presStyleLbl="fgAccFollowNode1" presStyleIdx="0" presStyleCnt="3">
        <dgm:presLayoutVars>
          <dgm:bulletEnabled val="1"/>
        </dgm:presLayoutVars>
      </dgm:prSet>
      <dgm:spPr/>
    </dgm:pt>
    <dgm:pt modelId="{8E686E80-7899-430B-9D37-122FBAEA94D5}" type="pres">
      <dgm:prSet presAssocID="{AC7556E7-7B73-4D27-903C-67AAA8EA9E94}" presName="sp" presStyleCnt="0"/>
      <dgm:spPr/>
    </dgm:pt>
    <dgm:pt modelId="{DA04B44F-A59E-414B-A157-E50D6C9F36C2}" type="pres">
      <dgm:prSet presAssocID="{69541E4B-0133-47ED-A937-2AC6CC31F5D3}" presName="arrowAndChildren" presStyleCnt="0"/>
      <dgm:spPr/>
    </dgm:pt>
    <dgm:pt modelId="{D19CAB21-AAD9-492C-95AC-3E4E41288529}" type="pres">
      <dgm:prSet presAssocID="{69541E4B-0133-47ED-A937-2AC6CC31F5D3}" presName="parentTextArrow" presStyleLbl="node1" presStyleIdx="0" presStyleCnt="2"/>
      <dgm:spPr/>
    </dgm:pt>
    <dgm:pt modelId="{426CF315-C56A-48C1-BE71-6AB32342FA94}" type="pres">
      <dgm:prSet presAssocID="{69541E4B-0133-47ED-A937-2AC6CC31F5D3}" presName="arrow" presStyleLbl="node1" presStyleIdx="1" presStyleCnt="2"/>
      <dgm:spPr/>
    </dgm:pt>
    <dgm:pt modelId="{2115E108-80A0-4FEC-B25D-93DA0A0F2229}" type="pres">
      <dgm:prSet presAssocID="{69541E4B-0133-47ED-A937-2AC6CC31F5D3}" presName="descendantArrow" presStyleCnt="0"/>
      <dgm:spPr/>
    </dgm:pt>
    <dgm:pt modelId="{B42B9E24-3588-4BBE-AF02-EA98C5F4D85B}" type="pres">
      <dgm:prSet presAssocID="{E00F1C32-0E4E-4391-9AD6-CCF56D04E77C}" presName="childTextArrow" presStyleLbl="fgAccFollowNode1" presStyleIdx="1" presStyleCnt="3">
        <dgm:presLayoutVars>
          <dgm:bulletEnabled val="1"/>
        </dgm:presLayoutVars>
      </dgm:prSet>
      <dgm:spPr/>
    </dgm:pt>
    <dgm:pt modelId="{9A8C56FD-8A45-48DC-A0AB-ADB15E212F13}" type="pres">
      <dgm:prSet presAssocID="{9B6BB1AB-71D0-4F7C-BC6D-0BDA4B9C2035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DC9F5106-57AB-44FF-BDC1-7CEABAF1C7AC}" type="presOf" srcId="{B15773BD-9A9E-4A17-AC4B-8F3C11E000FD}" destId="{C7D54E83-1131-42F3-8DFA-730E48D597F0}" srcOrd="0" destOrd="0" presId="urn:microsoft.com/office/officeart/2005/8/layout/process4"/>
    <dgm:cxn modelId="{5C111111-D886-4A80-A484-2BD3C8774A7C}" type="presOf" srcId="{C69019A7-BB4A-44C8-B3B1-C31F81AB3CD0}" destId="{71241764-3DA5-47DC-A5C8-444A372369D0}" srcOrd="1" destOrd="0" presId="urn:microsoft.com/office/officeart/2005/8/layout/process4"/>
    <dgm:cxn modelId="{121E9A2A-410B-4E2B-ADC9-C7348F6EE6AE}" type="presOf" srcId="{E00F1C32-0E4E-4391-9AD6-CCF56D04E77C}" destId="{B42B9E24-3588-4BBE-AF02-EA98C5F4D85B}" srcOrd="0" destOrd="0" presId="urn:microsoft.com/office/officeart/2005/8/layout/process4"/>
    <dgm:cxn modelId="{61E1AE35-DE21-4605-8A07-F25EC86BB04F}" type="presOf" srcId="{69541E4B-0133-47ED-A937-2AC6CC31F5D3}" destId="{D19CAB21-AAD9-492C-95AC-3E4E41288529}" srcOrd="0" destOrd="0" presId="urn:microsoft.com/office/officeart/2005/8/layout/process4"/>
    <dgm:cxn modelId="{7A17143F-38B8-4435-BCFB-8EBD7C4AB2D8}" srcId="{69541E4B-0133-47ED-A937-2AC6CC31F5D3}" destId="{9B6BB1AB-71D0-4F7C-BC6D-0BDA4B9C2035}" srcOrd="1" destOrd="0" parTransId="{A565847C-9A12-403F-96FD-8961ABBEC2C9}" sibTransId="{2D32B2F5-BBDD-4954-88DE-C33DB4E21379}"/>
    <dgm:cxn modelId="{CAD11C6F-EA72-4632-9A84-5A889C9328BE}" type="presOf" srcId="{69541E4B-0133-47ED-A937-2AC6CC31F5D3}" destId="{426CF315-C56A-48C1-BE71-6AB32342FA94}" srcOrd="1" destOrd="0" presId="urn:microsoft.com/office/officeart/2005/8/layout/process4"/>
    <dgm:cxn modelId="{40412978-1BE6-421E-993A-BEA0C178E8A8}" type="presOf" srcId="{C69019A7-BB4A-44C8-B3B1-C31F81AB3CD0}" destId="{788A5927-101F-452F-8639-942FA3413DB2}" srcOrd="0" destOrd="0" presId="urn:microsoft.com/office/officeart/2005/8/layout/process4"/>
    <dgm:cxn modelId="{9C49657F-25B5-4DB8-AF0C-90E1A53AC139}" srcId="{B15773BD-9A9E-4A17-AC4B-8F3C11E000FD}" destId="{C69019A7-BB4A-44C8-B3B1-C31F81AB3CD0}" srcOrd="1" destOrd="0" parTransId="{A4F04932-5AB0-46AD-846E-E05C69486D18}" sibTransId="{C11C9BCB-CF20-4F08-A6AF-652B0AAA0EAB}"/>
    <dgm:cxn modelId="{0D411D89-C81A-4CC5-96AB-7A1C5BB17398}" srcId="{C69019A7-BB4A-44C8-B3B1-C31F81AB3CD0}" destId="{7C4BDF43-512F-42EA-BFB3-F66CC7D2D15B}" srcOrd="0" destOrd="0" parTransId="{36E6825D-A838-480D-8F51-CECC43CA6B6A}" sibTransId="{A19E0C09-6A59-4EA7-BC7E-61DC5929FF64}"/>
    <dgm:cxn modelId="{C4358DA0-14F0-427C-9768-96674B6E396F}" type="presOf" srcId="{7C4BDF43-512F-42EA-BFB3-F66CC7D2D15B}" destId="{82176E2D-C3B0-4570-ADE7-07E9D9C4805A}" srcOrd="0" destOrd="0" presId="urn:microsoft.com/office/officeart/2005/8/layout/process4"/>
    <dgm:cxn modelId="{DB31C2AA-E145-4C52-BD28-D841EFDF603E}" srcId="{69541E4B-0133-47ED-A937-2AC6CC31F5D3}" destId="{E00F1C32-0E4E-4391-9AD6-CCF56D04E77C}" srcOrd="0" destOrd="0" parTransId="{37B28C46-FBBD-44B5-9A59-EBB6D9045922}" sibTransId="{61CDDED1-AAAE-450F-A681-EC808B19DAB3}"/>
    <dgm:cxn modelId="{826BF9D7-25CE-4311-BB9A-C9F25F5E44F9}" srcId="{B15773BD-9A9E-4A17-AC4B-8F3C11E000FD}" destId="{69541E4B-0133-47ED-A937-2AC6CC31F5D3}" srcOrd="0" destOrd="0" parTransId="{775C1191-E830-4126-99AC-7B396F0FB531}" sibTransId="{AC7556E7-7B73-4D27-903C-67AAA8EA9E94}"/>
    <dgm:cxn modelId="{F86505FC-C875-486E-969E-D4DF2F34D3CF}" type="presOf" srcId="{9B6BB1AB-71D0-4F7C-BC6D-0BDA4B9C2035}" destId="{9A8C56FD-8A45-48DC-A0AB-ADB15E212F13}" srcOrd="0" destOrd="0" presId="urn:microsoft.com/office/officeart/2005/8/layout/process4"/>
    <dgm:cxn modelId="{854C05CA-0678-4EAB-AA79-FDB0E7BEF4B6}" type="presParOf" srcId="{C7D54E83-1131-42F3-8DFA-730E48D597F0}" destId="{6FA25FEF-DD91-4C9E-AFD6-D725D0DE4A19}" srcOrd="0" destOrd="0" presId="urn:microsoft.com/office/officeart/2005/8/layout/process4"/>
    <dgm:cxn modelId="{9C3D2133-C811-484D-A8F4-7AE5617DD572}" type="presParOf" srcId="{6FA25FEF-DD91-4C9E-AFD6-D725D0DE4A19}" destId="{788A5927-101F-452F-8639-942FA3413DB2}" srcOrd="0" destOrd="0" presId="urn:microsoft.com/office/officeart/2005/8/layout/process4"/>
    <dgm:cxn modelId="{6F9A5188-3404-4460-8EC3-980FE00D5AF8}" type="presParOf" srcId="{6FA25FEF-DD91-4C9E-AFD6-D725D0DE4A19}" destId="{71241764-3DA5-47DC-A5C8-444A372369D0}" srcOrd="1" destOrd="0" presId="urn:microsoft.com/office/officeart/2005/8/layout/process4"/>
    <dgm:cxn modelId="{1F854E1C-6663-4689-A77B-0DA928291814}" type="presParOf" srcId="{6FA25FEF-DD91-4C9E-AFD6-D725D0DE4A19}" destId="{8A9B8ADF-5AA3-4B22-A15B-2B445E3788F7}" srcOrd="2" destOrd="0" presId="urn:microsoft.com/office/officeart/2005/8/layout/process4"/>
    <dgm:cxn modelId="{6B6E1516-4E41-4905-AABA-2B79E920B4EF}" type="presParOf" srcId="{8A9B8ADF-5AA3-4B22-A15B-2B445E3788F7}" destId="{82176E2D-C3B0-4570-ADE7-07E9D9C4805A}" srcOrd="0" destOrd="0" presId="urn:microsoft.com/office/officeart/2005/8/layout/process4"/>
    <dgm:cxn modelId="{DF8DE6CF-5B65-4855-9A56-9EFB2E94D94A}" type="presParOf" srcId="{C7D54E83-1131-42F3-8DFA-730E48D597F0}" destId="{8E686E80-7899-430B-9D37-122FBAEA94D5}" srcOrd="1" destOrd="0" presId="urn:microsoft.com/office/officeart/2005/8/layout/process4"/>
    <dgm:cxn modelId="{17389907-868E-4F21-AFAB-3A765BD3B1CB}" type="presParOf" srcId="{C7D54E83-1131-42F3-8DFA-730E48D597F0}" destId="{DA04B44F-A59E-414B-A157-E50D6C9F36C2}" srcOrd="2" destOrd="0" presId="urn:microsoft.com/office/officeart/2005/8/layout/process4"/>
    <dgm:cxn modelId="{E21202D7-7FFD-42C8-A546-5C1161DD41C6}" type="presParOf" srcId="{DA04B44F-A59E-414B-A157-E50D6C9F36C2}" destId="{D19CAB21-AAD9-492C-95AC-3E4E41288529}" srcOrd="0" destOrd="0" presId="urn:microsoft.com/office/officeart/2005/8/layout/process4"/>
    <dgm:cxn modelId="{1D13430C-4D78-4CDD-B981-763CF8C4CD88}" type="presParOf" srcId="{DA04B44F-A59E-414B-A157-E50D6C9F36C2}" destId="{426CF315-C56A-48C1-BE71-6AB32342FA94}" srcOrd="1" destOrd="0" presId="urn:microsoft.com/office/officeart/2005/8/layout/process4"/>
    <dgm:cxn modelId="{AB63C9E9-5F70-4504-9B42-38E651F92F49}" type="presParOf" srcId="{DA04B44F-A59E-414B-A157-E50D6C9F36C2}" destId="{2115E108-80A0-4FEC-B25D-93DA0A0F2229}" srcOrd="2" destOrd="0" presId="urn:microsoft.com/office/officeart/2005/8/layout/process4"/>
    <dgm:cxn modelId="{0CDB6D68-513B-443A-B74C-E01AB58179A6}" type="presParOf" srcId="{2115E108-80A0-4FEC-B25D-93DA0A0F2229}" destId="{B42B9E24-3588-4BBE-AF02-EA98C5F4D85B}" srcOrd="0" destOrd="0" presId="urn:microsoft.com/office/officeart/2005/8/layout/process4"/>
    <dgm:cxn modelId="{12E1D5E4-E27B-4209-9560-B2839EBE007F}" type="presParOf" srcId="{2115E108-80A0-4FEC-B25D-93DA0A0F2229}" destId="{9A8C56FD-8A45-48DC-A0AB-ADB15E212F13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4B2067-80B6-43F5-813E-B8ECD22635C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D6792C5-2A32-4FA2-9171-828BCC7207B0}">
      <dgm:prSet custT="1"/>
      <dgm:spPr/>
      <dgm:t>
        <a:bodyPr/>
        <a:lstStyle/>
        <a:p>
          <a:r>
            <a:rPr lang="en-NG" sz="1200" b="1"/>
            <a:t>Joshua — AvatarVerse</a:t>
          </a:r>
          <a:endParaRPr lang="en-US" sz="1200"/>
        </a:p>
      </dgm:t>
    </dgm:pt>
    <dgm:pt modelId="{907FAC14-4EE4-40D6-9692-AE64705B8017}" type="parTrans" cxnId="{44BE0CC6-1237-4AE4-B2E8-7C72E869DCE7}">
      <dgm:prSet/>
      <dgm:spPr/>
      <dgm:t>
        <a:bodyPr/>
        <a:lstStyle/>
        <a:p>
          <a:endParaRPr lang="en-US" sz="2800"/>
        </a:p>
      </dgm:t>
    </dgm:pt>
    <dgm:pt modelId="{AC754A04-CBF2-4234-91FA-67395B60BF53}" type="sibTrans" cxnId="{44BE0CC6-1237-4AE4-B2E8-7C72E869DCE7}">
      <dgm:prSet/>
      <dgm:spPr/>
      <dgm:t>
        <a:bodyPr/>
        <a:lstStyle/>
        <a:p>
          <a:endParaRPr lang="en-US" sz="2800"/>
        </a:p>
      </dgm:t>
    </dgm:pt>
    <dgm:pt modelId="{D7CC07CC-5B8A-4445-84F8-C5F572883E93}">
      <dgm:prSet custT="1"/>
      <dgm:spPr/>
      <dgm:t>
        <a:bodyPr/>
        <a:lstStyle/>
        <a:p>
          <a:r>
            <a:rPr lang="en-NG" sz="1200"/>
            <a:t>Suggested palette:</a:t>
          </a:r>
          <a:endParaRPr lang="en-US" sz="1200"/>
        </a:p>
      </dgm:t>
    </dgm:pt>
    <dgm:pt modelId="{344F523D-315D-49BB-A22C-859FDF65C013}" type="parTrans" cxnId="{EEB71190-9B22-4E63-83E5-4B8B906ACF1B}">
      <dgm:prSet/>
      <dgm:spPr/>
      <dgm:t>
        <a:bodyPr/>
        <a:lstStyle/>
        <a:p>
          <a:endParaRPr lang="en-US" sz="2800"/>
        </a:p>
      </dgm:t>
    </dgm:pt>
    <dgm:pt modelId="{4944BB9F-B48E-41F2-836F-FCCC2D80CDA1}" type="sibTrans" cxnId="{EEB71190-9B22-4E63-83E5-4B8B906ACF1B}">
      <dgm:prSet/>
      <dgm:spPr/>
      <dgm:t>
        <a:bodyPr/>
        <a:lstStyle/>
        <a:p>
          <a:endParaRPr lang="en-US" sz="2800"/>
        </a:p>
      </dgm:t>
    </dgm:pt>
    <dgm:pt modelId="{1BA03387-B35A-499A-B003-C8155B4431D7}">
      <dgm:prSet custT="1"/>
      <dgm:spPr/>
      <dgm:t>
        <a:bodyPr/>
        <a:lstStyle/>
        <a:p>
          <a:r>
            <a:rPr lang="en-NG" sz="1200"/>
            <a:t>Black </a:t>
          </a:r>
          <a:endParaRPr lang="en-US" sz="1200"/>
        </a:p>
      </dgm:t>
    </dgm:pt>
    <dgm:pt modelId="{F3600006-EC04-43DA-9F20-476F3A979FAB}" type="parTrans" cxnId="{A5DFC52B-4486-4BE9-86FF-5D5036F6F444}">
      <dgm:prSet/>
      <dgm:spPr/>
      <dgm:t>
        <a:bodyPr/>
        <a:lstStyle/>
        <a:p>
          <a:endParaRPr lang="en-US" sz="2800"/>
        </a:p>
      </dgm:t>
    </dgm:pt>
    <dgm:pt modelId="{0DB175EF-B9E6-4E95-BEC3-4D407794DD5C}" type="sibTrans" cxnId="{A5DFC52B-4486-4BE9-86FF-5D5036F6F444}">
      <dgm:prSet/>
      <dgm:spPr/>
      <dgm:t>
        <a:bodyPr/>
        <a:lstStyle/>
        <a:p>
          <a:endParaRPr lang="en-US" sz="2800"/>
        </a:p>
      </dgm:t>
    </dgm:pt>
    <dgm:pt modelId="{9C6A280C-C374-48EF-B4AB-1D5E779F6F9C}">
      <dgm:prSet custT="1"/>
      <dgm:spPr/>
      <dgm:t>
        <a:bodyPr/>
        <a:lstStyle/>
        <a:p>
          <a:r>
            <a:rPr lang="en-NG" sz="1200"/>
            <a:t>Dark purple </a:t>
          </a:r>
          <a:endParaRPr lang="en-US" sz="1200"/>
        </a:p>
      </dgm:t>
    </dgm:pt>
    <dgm:pt modelId="{DFD68004-1215-4C08-9B49-8A277EB36277}" type="parTrans" cxnId="{C10FA28D-D580-47A7-A600-EC4027A9129A}">
      <dgm:prSet/>
      <dgm:spPr/>
      <dgm:t>
        <a:bodyPr/>
        <a:lstStyle/>
        <a:p>
          <a:endParaRPr lang="en-US" sz="2800"/>
        </a:p>
      </dgm:t>
    </dgm:pt>
    <dgm:pt modelId="{5F3B3A42-3E25-4601-8900-D3E7543AE229}" type="sibTrans" cxnId="{C10FA28D-D580-47A7-A600-EC4027A9129A}">
      <dgm:prSet/>
      <dgm:spPr/>
      <dgm:t>
        <a:bodyPr/>
        <a:lstStyle/>
        <a:p>
          <a:endParaRPr lang="en-US" sz="2800"/>
        </a:p>
      </dgm:t>
    </dgm:pt>
    <dgm:pt modelId="{9BA56E5B-6564-4E5C-824B-4EAA3E79C569}">
      <dgm:prSet custT="1"/>
      <dgm:spPr/>
      <dgm:t>
        <a:bodyPr/>
        <a:lstStyle/>
        <a:p>
          <a:r>
            <a:rPr lang="en-NG" sz="1200"/>
            <a:t>Neon cyan </a:t>
          </a:r>
          <a:endParaRPr lang="en-US" sz="1200"/>
        </a:p>
      </dgm:t>
    </dgm:pt>
    <dgm:pt modelId="{3F1D53D4-DC64-41F5-A4E1-A2FC0C8F6E12}" type="parTrans" cxnId="{76D4925D-2F0A-4BAE-AF9D-EF35F1B53A1D}">
      <dgm:prSet/>
      <dgm:spPr/>
      <dgm:t>
        <a:bodyPr/>
        <a:lstStyle/>
        <a:p>
          <a:endParaRPr lang="en-US" sz="2800"/>
        </a:p>
      </dgm:t>
    </dgm:pt>
    <dgm:pt modelId="{AE25D703-7708-4E1A-ACE4-D96A99D3B9A3}" type="sibTrans" cxnId="{76D4925D-2F0A-4BAE-AF9D-EF35F1B53A1D}">
      <dgm:prSet/>
      <dgm:spPr/>
      <dgm:t>
        <a:bodyPr/>
        <a:lstStyle/>
        <a:p>
          <a:endParaRPr lang="en-US" sz="2800"/>
        </a:p>
      </dgm:t>
    </dgm:pt>
    <dgm:pt modelId="{1F855D84-52C1-4032-9863-672E84339D4A}">
      <dgm:prSet custT="1"/>
      <dgm:spPr/>
      <dgm:t>
        <a:bodyPr/>
        <a:lstStyle/>
        <a:p>
          <a:r>
            <a:rPr lang="en-NG" sz="1200"/>
            <a:t>White </a:t>
          </a:r>
          <a:endParaRPr lang="en-US" sz="1200"/>
        </a:p>
      </dgm:t>
    </dgm:pt>
    <dgm:pt modelId="{A123F84C-1495-4714-81D2-D813C394AFFE}" type="parTrans" cxnId="{F66C8288-9FD4-4544-82F6-01CE1FA7F76B}">
      <dgm:prSet/>
      <dgm:spPr/>
      <dgm:t>
        <a:bodyPr/>
        <a:lstStyle/>
        <a:p>
          <a:endParaRPr lang="en-US" sz="2800"/>
        </a:p>
      </dgm:t>
    </dgm:pt>
    <dgm:pt modelId="{3943D3D3-301F-41A5-B710-0C6E54351BB9}" type="sibTrans" cxnId="{F66C8288-9FD4-4544-82F6-01CE1FA7F76B}">
      <dgm:prSet/>
      <dgm:spPr/>
      <dgm:t>
        <a:bodyPr/>
        <a:lstStyle/>
        <a:p>
          <a:endParaRPr lang="en-US" sz="2800"/>
        </a:p>
      </dgm:t>
    </dgm:pt>
    <dgm:pt modelId="{0A2169A5-EF50-4BC0-9005-5C9352EEDEC3}">
      <dgm:prSet custT="1"/>
      <dgm:spPr/>
      <dgm:t>
        <a:bodyPr/>
        <a:lstStyle/>
        <a:p>
          <a:r>
            <a:rPr lang="en-NG" sz="1200" b="1"/>
            <a:t>Buyi — Footy Stats</a:t>
          </a:r>
          <a:endParaRPr lang="en-US" sz="1200"/>
        </a:p>
      </dgm:t>
    </dgm:pt>
    <dgm:pt modelId="{ABBB44D7-DA7C-4874-A760-4579EA316EB9}" type="parTrans" cxnId="{A33DFDC7-277D-429D-8D22-4DE412A3B96E}">
      <dgm:prSet/>
      <dgm:spPr/>
      <dgm:t>
        <a:bodyPr/>
        <a:lstStyle/>
        <a:p>
          <a:endParaRPr lang="en-US" sz="2800"/>
        </a:p>
      </dgm:t>
    </dgm:pt>
    <dgm:pt modelId="{486040BF-8E2F-4E11-BE61-D40400690B06}" type="sibTrans" cxnId="{A33DFDC7-277D-429D-8D22-4DE412A3B96E}">
      <dgm:prSet/>
      <dgm:spPr/>
      <dgm:t>
        <a:bodyPr/>
        <a:lstStyle/>
        <a:p>
          <a:endParaRPr lang="en-US" sz="2800"/>
        </a:p>
      </dgm:t>
    </dgm:pt>
    <dgm:pt modelId="{780FF7B1-D009-49E4-B386-96EC2DDCB3DA}">
      <dgm:prSet custT="1"/>
      <dgm:spPr/>
      <dgm:t>
        <a:bodyPr/>
        <a:lstStyle/>
        <a:p>
          <a:r>
            <a:rPr lang="en-NG" sz="1200"/>
            <a:t>Suggested palette:</a:t>
          </a:r>
          <a:endParaRPr lang="en-US" sz="1200"/>
        </a:p>
      </dgm:t>
    </dgm:pt>
    <dgm:pt modelId="{43624C1D-E54B-4A62-A66E-025083B173AC}" type="parTrans" cxnId="{A1EA72A5-F189-4F29-9B39-9AA72B65383B}">
      <dgm:prSet/>
      <dgm:spPr/>
      <dgm:t>
        <a:bodyPr/>
        <a:lstStyle/>
        <a:p>
          <a:endParaRPr lang="en-US" sz="2800"/>
        </a:p>
      </dgm:t>
    </dgm:pt>
    <dgm:pt modelId="{1440B625-8351-42A7-88A5-DDCDB27C0062}" type="sibTrans" cxnId="{A1EA72A5-F189-4F29-9B39-9AA72B65383B}">
      <dgm:prSet/>
      <dgm:spPr/>
      <dgm:t>
        <a:bodyPr/>
        <a:lstStyle/>
        <a:p>
          <a:endParaRPr lang="en-US" sz="2800"/>
        </a:p>
      </dgm:t>
    </dgm:pt>
    <dgm:pt modelId="{3F39596C-6AF5-49BF-AF71-6B235C2A39FE}">
      <dgm:prSet custT="1"/>
      <dgm:spPr/>
      <dgm:t>
        <a:bodyPr/>
        <a:lstStyle/>
        <a:p>
          <a:r>
            <a:rPr lang="en-NG" sz="1200"/>
            <a:t>Black </a:t>
          </a:r>
          <a:endParaRPr lang="en-US" sz="1200"/>
        </a:p>
      </dgm:t>
    </dgm:pt>
    <dgm:pt modelId="{FA294F78-A0AC-4FDD-9CBC-244B5C96B7D0}" type="parTrans" cxnId="{AFFB8232-01B0-4D98-A358-488C9E8856D0}">
      <dgm:prSet/>
      <dgm:spPr/>
      <dgm:t>
        <a:bodyPr/>
        <a:lstStyle/>
        <a:p>
          <a:endParaRPr lang="en-US" sz="2800"/>
        </a:p>
      </dgm:t>
    </dgm:pt>
    <dgm:pt modelId="{1DCD2745-8346-4AD8-B7E3-245F529A06FD}" type="sibTrans" cxnId="{AFFB8232-01B0-4D98-A358-488C9E8856D0}">
      <dgm:prSet/>
      <dgm:spPr/>
      <dgm:t>
        <a:bodyPr/>
        <a:lstStyle/>
        <a:p>
          <a:endParaRPr lang="en-US" sz="2800"/>
        </a:p>
      </dgm:t>
    </dgm:pt>
    <dgm:pt modelId="{6DFD64EA-C061-4FB3-AD21-F865DB98C105}">
      <dgm:prSet custT="1"/>
      <dgm:spPr/>
      <dgm:t>
        <a:bodyPr/>
        <a:lstStyle/>
        <a:p>
          <a:r>
            <a:rPr lang="en-NG" sz="1200"/>
            <a:t>Dark green </a:t>
          </a:r>
          <a:endParaRPr lang="en-US" sz="1200"/>
        </a:p>
      </dgm:t>
    </dgm:pt>
    <dgm:pt modelId="{435A998C-9E3A-40C4-A0E4-2A3A67160065}" type="parTrans" cxnId="{C2746FB1-CB51-40BE-93BF-AF28D996B1E2}">
      <dgm:prSet/>
      <dgm:spPr/>
      <dgm:t>
        <a:bodyPr/>
        <a:lstStyle/>
        <a:p>
          <a:endParaRPr lang="en-US" sz="2800"/>
        </a:p>
      </dgm:t>
    </dgm:pt>
    <dgm:pt modelId="{D249D9A3-0380-4ABD-8E02-E53DACA63DFD}" type="sibTrans" cxnId="{C2746FB1-CB51-40BE-93BF-AF28D996B1E2}">
      <dgm:prSet/>
      <dgm:spPr/>
      <dgm:t>
        <a:bodyPr/>
        <a:lstStyle/>
        <a:p>
          <a:endParaRPr lang="en-US" sz="2800"/>
        </a:p>
      </dgm:t>
    </dgm:pt>
    <dgm:pt modelId="{4B70B322-D7FE-4B6F-B329-0245848B10CC}">
      <dgm:prSet custT="1"/>
      <dgm:spPr/>
      <dgm:t>
        <a:bodyPr/>
        <a:lstStyle/>
        <a:p>
          <a:r>
            <a:rPr lang="en-NG" sz="1200"/>
            <a:t>White </a:t>
          </a:r>
          <a:endParaRPr lang="en-US" sz="1200"/>
        </a:p>
      </dgm:t>
    </dgm:pt>
    <dgm:pt modelId="{40BA4171-3C41-403F-A7AE-2A1DB79E3934}" type="parTrans" cxnId="{21AED411-CC77-4591-8419-5D2DB4B176CD}">
      <dgm:prSet/>
      <dgm:spPr/>
      <dgm:t>
        <a:bodyPr/>
        <a:lstStyle/>
        <a:p>
          <a:endParaRPr lang="en-US" sz="2800"/>
        </a:p>
      </dgm:t>
    </dgm:pt>
    <dgm:pt modelId="{947E0E19-73FC-4758-B41D-23D890E47E3D}" type="sibTrans" cxnId="{21AED411-CC77-4591-8419-5D2DB4B176CD}">
      <dgm:prSet/>
      <dgm:spPr/>
      <dgm:t>
        <a:bodyPr/>
        <a:lstStyle/>
        <a:p>
          <a:endParaRPr lang="en-US" sz="2800"/>
        </a:p>
      </dgm:t>
    </dgm:pt>
    <dgm:pt modelId="{00B9444C-6F59-4F14-8AA2-DD32242711ED}">
      <dgm:prSet custT="1"/>
      <dgm:spPr/>
      <dgm:t>
        <a:bodyPr/>
        <a:lstStyle/>
        <a:p>
          <a:r>
            <a:rPr lang="en-NG" sz="1200"/>
            <a:t>Gold </a:t>
          </a:r>
          <a:endParaRPr lang="en-US" sz="1200"/>
        </a:p>
      </dgm:t>
    </dgm:pt>
    <dgm:pt modelId="{EBB92500-0C0D-4B41-BB3D-0E639BF4AEAC}" type="parTrans" cxnId="{3F301246-0850-4AC2-8E86-11199B7261C6}">
      <dgm:prSet/>
      <dgm:spPr/>
      <dgm:t>
        <a:bodyPr/>
        <a:lstStyle/>
        <a:p>
          <a:endParaRPr lang="en-US" sz="2800"/>
        </a:p>
      </dgm:t>
    </dgm:pt>
    <dgm:pt modelId="{CE75BBE9-433E-42CE-AFEF-B7D1C82555B5}" type="sibTrans" cxnId="{3F301246-0850-4AC2-8E86-11199B7261C6}">
      <dgm:prSet/>
      <dgm:spPr/>
      <dgm:t>
        <a:bodyPr/>
        <a:lstStyle/>
        <a:p>
          <a:endParaRPr lang="en-US" sz="2800"/>
        </a:p>
      </dgm:t>
    </dgm:pt>
    <dgm:pt modelId="{8E187038-67CE-4133-BB57-071857C9C735}">
      <dgm:prSet custT="1"/>
      <dgm:spPr/>
      <dgm:t>
        <a:bodyPr/>
        <a:lstStyle/>
        <a:p>
          <a:r>
            <a:rPr lang="en-NG" sz="1200" b="1"/>
            <a:t>John — The Long Way Home</a:t>
          </a:r>
          <a:endParaRPr lang="en-US" sz="1200"/>
        </a:p>
      </dgm:t>
    </dgm:pt>
    <dgm:pt modelId="{ACC4BCBF-07DD-4930-A2AE-44CDC5009BE7}" type="parTrans" cxnId="{11427BBB-B993-48E4-9772-A66CF4B3E71E}">
      <dgm:prSet/>
      <dgm:spPr/>
      <dgm:t>
        <a:bodyPr/>
        <a:lstStyle/>
        <a:p>
          <a:endParaRPr lang="en-US" sz="2800"/>
        </a:p>
      </dgm:t>
    </dgm:pt>
    <dgm:pt modelId="{31742B47-AABB-44B5-B34D-F7AF0AF5DF05}" type="sibTrans" cxnId="{11427BBB-B993-48E4-9772-A66CF4B3E71E}">
      <dgm:prSet/>
      <dgm:spPr/>
      <dgm:t>
        <a:bodyPr/>
        <a:lstStyle/>
        <a:p>
          <a:endParaRPr lang="en-US" sz="2800"/>
        </a:p>
      </dgm:t>
    </dgm:pt>
    <dgm:pt modelId="{08B7CFBF-680D-46D6-A47A-571FFA00A2F6}">
      <dgm:prSet custT="1"/>
      <dgm:spPr/>
      <dgm:t>
        <a:bodyPr/>
        <a:lstStyle/>
        <a:p>
          <a:r>
            <a:rPr lang="en-NG" sz="1200"/>
            <a:t>Suggested palette:</a:t>
          </a:r>
          <a:endParaRPr lang="en-US" sz="1200"/>
        </a:p>
      </dgm:t>
    </dgm:pt>
    <dgm:pt modelId="{350A0ACC-2D0F-4F63-BB9F-D0FE01B80572}" type="parTrans" cxnId="{BEBC0F0C-9CC7-4377-A923-7659EB4057C8}">
      <dgm:prSet/>
      <dgm:spPr/>
      <dgm:t>
        <a:bodyPr/>
        <a:lstStyle/>
        <a:p>
          <a:endParaRPr lang="en-US" sz="2800"/>
        </a:p>
      </dgm:t>
    </dgm:pt>
    <dgm:pt modelId="{ED9145AB-8B19-4A68-A0A2-B4B0092B5FEA}" type="sibTrans" cxnId="{BEBC0F0C-9CC7-4377-A923-7659EB4057C8}">
      <dgm:prSet/>
      <dgm:spPr/>
      <dgm:t>
        <a:bodyPr/>
        <a:lstStyle/>
        <a:p>
          <a:endParaRPr lang="en-US" sz="2800"/>
        </a:p>
      </dgm:t>
    </dgm:pt>
    <dgm:pt modelId="{C2C4BF83-232B-45CF-915D-BF4CC236C0E9}">
      <dgm:prSet custT="1"/>
      <dgm:spPr/>
      <dgm:t>
        <a:bodyPr/>
        <a:lstStyle/>
        <a:p>
          <a:r>
            <a:rPr lang="en-NG" sz="1200"/>
            <a:t>Dark navy </a:t>
          </a:r>
          <a:endParaRPr lang="en-US" sz="1200"/>
        </a:p>
      </dgm:t>
    </dgm:pt>
    <dgm:pt modelId="{1E05B44C-714C-4A7D-9EA0-5A40EEDE392C}" type="parTrans" cxnId="{B59AC330-3253-479A-836E-4CE3A10C8C37}">
      <dgm:prSet/>
      <dgm:spPr/>
      <dgm:t>
        <a:bodyPr/>
        <a:lstStyle/>
        <a:p>
          <a:endParaRPr lang="en-US" sz="2800"/>
        </a:p>
      </dgm:t>
    </dgm:pt>
    <dgm:pt modelId="{23833240-3688-4BCD-9F19-B588183A976D}" type="sibTrans" cxnId="{B59AC330-3253-479A-836E-4CE3A10C8C37}">
      <dgm:prSet/>
      <dgm:spPr/>
      <dgm:t>
        <a:bodyPr/>
        <a:lstStyle/>
        <a:p>
          <a:endParaRPr lang="en-US" sz="2800"/>
        </a:p>
      </dgm:t>
    </dgm:pt>
    <dgm:pt modelId="{EDD3CDB9-EADE-4C05-B897-9FD9EC45DF06}">
      <dgm:prSet custT="1"/>
      <dgm:spPr/>
      <dgm:t>
        <a:bodyPr/>
        <a:lstStyle/>
        <a:p>
          <a:r>
            <a:rPr lang="en-NG" sz="1200"/>
            <a:t>Blue </a:t>
          </a:r>
          <a:endParaRPr lang="en-US" sz="1200"/>
        </a:p>
      </dgm:t>
    </dgm:pt>
    <dgm:pt modelId="{54434784-48C1-43E4-A39F-72BFD4076BAB}" type="parTrans" cxnId="{4B878F2E-DBBF-447E-8599-E7471CCBFF3F}">
      <dgm:prSet/>
      <dgm:spPr/>
      <dgm:t>
        <a:bodyPr/>
        <a:lstStyle/>
        <a:p>
          <a:endParaRPr lang="en-US" sz="2800"/>
        </a:p>
      </dgm:t>
    </dgm:pt>
    <dgm:pt modelId="{1492D991-E743-4E68-B08B-030B54FBB451}" type="sibTrans" cxnId="{4B878F2E-DBBF-447E-8599-E7471CCBFF3F}">
      <dgm:prSet/>
      <dgm:spPr/>
      <dgm:t>
        <a:bodyPr/>
        <a:lstStyle/>
        <a:p>
          <a:endParaRPr lang="en-US" sz="2800"/>
        </a:p>
      </dgm:t>
    </dgm:pt>
    <dgm:pt modelId="{DE426D33-135D-4216-A307-1D3B399AE219}">
      <dgm:prSet custT="1"/>
      <dgm:spPr/>
      <dgm:t>
        <a:bodyPr/>
        <a:lstStyle/>
        <a:p>
          <a:r>
            <a:rPr lang="en-NG" sz="1200"/>
            <a:t>Orange </a:t>
          </a:r>
          <a:endParaRPr lang="en-US" sz="1200"/>
        </a:p>
      </dgm:t>
    </dgm:pt>
    <dgm:pt modelId="{2E513222-DC11-4033-8249-64ED57DC0759}" type="parTrans" cxnId="{A1CFB33B-B7F5-49D5-BAD8-9B4C7A384EF7}">
      <dgm:prSet/>
      <dgm:spPr/>
      <dgm:t>
        <a:bodyPr/>
        <a:lstStyle/>
        <a:p>
          <a:endParaRPr lang="en-US" sz="2800"/>
        </a:p>
      </dgm:t>
    </dgm:pt>
    <dgm:pt modelId="{1B0E25AD-EB46-4646-8932-3A9B946FD6C3}" type="sibTrans" cxnId="{A1CFB33B-B7F5-49D5-BAD8-9B4C7A384EF7}">
      <dgm:prSet/>
      <dgm:spPr/>
      <dgm:t>
        <a:bodyPr/>
        <a:lstStyle/>
        <a:p>
          <a:endParaRPr lang="en-US" sz="2800"/>
        </a:p>
      </dgm:t>
    </dgm:pt>
    <dgm:pt modelId="{8F6236B8-1256-43E3-A25A-751FE278A203}">
      <dgm:prSet custT="1"/>
      <dgm:spPr/>
      <dgm:t>
        <a:bodyPr/>
        <a:lstStyle/>
        <a:p>
          <a:r>
            <a:rPr lang="en-NG" sz="1200"/>
            <a:t>White </a:t>
          </a:r>
          <a:endParaRPr lang="en-US" sz="1200"/>
        </a:p>
      </dgm:t>
    </dgm:pt>
    <dgm:pt modelId="{2B46B1A5-048C-434E-B312-4D2A4F3F81A1}" type="parTrans" cxnId="{F63F57E3-7F9D-4F32-922D-51583A19ADAE}">
      <dgm:prSet/>
      <dgm:spPr/>
      <dgm:t>
        <a:bodyPr/>
        <a:lstStyle/>
        <a:p>
          <a:endParaRPr lang="en-US" sz="2800"/>
        </a:p>
      </dgm:t>
    </dgm:pt>
    <dgm:pt modelId="{F9D21E32-3B98-41E8-802A-9AC235841ED0}" type="sibTrans" cxnId="{F63F57E3-7F9D-4F32-922D-51583A19ADAE}">
      <dgm:prSet/>
      <dgm:spPr/>
      <dgm:t>
        <a:bodyPr/>
        <a:lstStyle/>
        <a:p>
          <a:endParaRPr lang="en-US" sz="2800"/>
        </a:p>
      </dgm:t>
    </dgm:pt>
    <dgm:pt modelId="{F96C7808-B462-4DC0-AC63-59C3C93300F2}" type="pres">
      <dgm:prSet presAssocID="{624B2067-80B6-43F5-813E-B8ECD22635C8}" presName="linear" presStyleCnt="0">
        <dgm:presLayoutVars>
          <dgm:dir/>
          <dgm:animLvl val="lvl"/>
          <dgm:resizeHandles val="exact"/>
        </dgm:presLayoutVars>
      </dgm:prSet>
      <dgm:spPr/>
    </dgm:pt>
    <dgm:pt modelId="{B45F3D1B-D55F-4A0C-BCAC-8135B2FF8552}" type="pres">
      <dgm:prSet presAssocID="{BD6792C5-2A32-4FA2-9171-828BCC7207B0}" presName="parentLin" presStyleCnt="0"/>
      <dgm:spPr/>
    </dgm:pt>
    <dgm:pt modelId="{31527284-532A-4501-AF4F-292AA6BE693F}" type="pres">
      <dgm:prSet presAssocID="{BD6792C5-2A32-4FA2-9171-828BCC7207B0}" presName="parentLeftMargin" presStyleLbl="node1" presStyleIdx="0" presStyleCnt="6"/>
      <dgm:spPr/>
    </dgm:pt>
    <dgm:pt modelId="{08BD604F-CBAD-4C2C-839D-E829610A46BC}" type="pres">
      <dgm:prSet presAssocID="{BD6792C5-2A32-4FA2-9171-828BCC7207B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FBF58CE-53F4-4C84-A8BD-F16861C5BDA4}" type="pres">
      <dgm:prSet presAssocID="{BD6792C5-2A32-4FA2-9171-828BCC7207B0}" presName="negativeSpace" presStyleCnt="0"/>
      <dgm:spPr/>
    </dgm:pt>
    <dgm:pt modelId="{69DC2217-D4CE-40D5-B78D-3D4D2F6DDD66}" type="pres">
      <dgm:prSet presAssocID="{BD6792C5-2A32-4FA2-9171-828BCC7207B0}" presName="childText" presStyleLbl="conFgAcc1" presStyleIdx="0" presStyleCnt="6">
        <dgm:presLayoutVars>
          <dgm:bulletEnabled val="1"/>
        </dgm:presLayoutVars>
      </dgm:prSet>
      <dgm:spPr/>
    </dgm:pt>
    <dgm:pt modelId="{5C32E860-CF19-4B1C-B65E-A0555D8BFB7F}" type="pres">
      <dgm:prSet presAssocID="{AC754A04-CBF2-4234-91FA-67395B60BF53}" presName="spaceBetweenRectangles" presStyleCnt="0"/>
      <dgm:spPr/>
    </dgm:pt>
    <dgm:pt modelId="{00DBC874-B5A5-4506-9B27-BFC8FC31FE53}" type="pres">
      <dgm:prSet presAssocID="{D7CC07CC-5B8A-4445-84F8-C5F572883E93}" presName="parentLin" presStyleCnt="0"/>
      <dgm:spPr/>
    </dgm:pt>
    <dgm:pt modelId="{D4649D8B-0557-4655-99CF-8C3075BF410F}" type="pres">
      <dgm:prSet presAssocID="{D7CC07CC-5B8A-4445-84F8-C5F572883E93}" presName="parentLeftMargin" presStyleLbl="node1" presStyleIdx="0" presStyleCnt="6"/>
      <dgm:spPr/>
    </dgm:pt>
    <dgm:pt modelId="{757A6611-0B0C-423D-8273-2399D4D29377}" type="pres">
      <dgm:prSet presAssocID="{D7CC07CC-5B8A-4445-84F8-C5F572883E9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89EA50E-8938-4EEC-81C9-F06D38591484}" type="pres">
      <dgm:prSet presAssocID="{D7CC07CC-5B8A-4445-84F8-C5F572883E93}" presName="negativeSpace" presStyleCnt="0"/>
      <dgm:spPr/>
    </dgm:pt>
    <dgm:pt modelId="{33EBDFE9-87E2-480E-A559-6877F1A02606}" type="pres">
      <dgm:prSet presAssocID="{D7CC07CC-5B8A-4445-84F8-C5F572883E93}" presName="childText" presStyleLbl="conFgAcc1" presStyleIdx="1" presStyleCnt="6">
        <dgm:presLayoutVars>
          <dgm:bulletEnabled val="1"/>
        </dgm:presLayoutVars>
      </dgm:prSet>
      <dgm:spPr/>
    </dgm:pt>
    <dgm:pt modelId="{4B4584EA-93F0-4AB4-A09B-55D880FB196E}" type="pres">
      <dgm:prSet presAssocID="{4944BB9F-B48E-41F2-836F-FCCC2D80CDA1}" presName="spaceBetweenRectangles" presStyleCnt="0"/>
      <dgm:spPr/>
    </dgm:pt>
    <dgm:pt modelId="{BA2F75BE-0CF4-48F6-8FDE-67FFB46D75F0}" type="pres">
      <dgm:prSet presAssocID="{0A2169A5-EF50-4BC0-9005-5C9352EEDEC3}" presName="parentLin" presStyleCnt="0"/>
      <dgm:spPr/>
    </dgm:pt>
    <dgm:pt modelId="{7F8415D3-FF85-4BDE-B923-3EFDA98C7D33}" type="pres">
      <dgm:prSet presAssocID="{0A2169A5-EF50-4BC0-9005-5C9352EEDEC3}" presName="parentLeftMargin" presStyleLbl="node1" presStyleIdx="1" presStyleCnt="6"/>
      <dgm:spPr/>
    </dgm:pt>
    <dgm:pt modelId="{C67ECBD4-F2CD-4551-9B94-363E9226A9F8}" type="pres">
      <dgm:prSet presAssocID="{0A2169A5-EF50-4BC0-9005-5C9352EEDEC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520EA94-0EAB-4ECC-A4D4-CF6F366F90DA}" type="pres">
      <dgm:prSet presAssocID="{0A2169A5-EF50-4BC0-9005-5C9352EEDEC3}" presName="negativeSpace" presStyleCnt="0"/>
      <dgm:spPr/>
    </dgm:pt>
    <dgm:pt modelId="{B2D5A856-366B-4659-985B-5D0EBCD5C972}" type="pres">
      <dgm:prSet presAssocID="{0A2169A5-EF50-4BC0-9005-5C9352EEDEC3}" presName="childText" presStyleLbl="conFgAcc1" presStyleIdx="2" presStyleCnt="6">
        <dgm:presLayoutVars>
          <dgm:bulletEnabled val="1"/>
        </dgm:presLayoutVars>
      </dgm:prSet>
      <dgm:spPr/>
    </dgm:pt>
    <dgm:pt modelId="{7B617703-7252-4E44-9940-743E466DE31E}" type="pres">
      <dgm:prSet presAssocID="{486040BF-8E2F-4E11-BE61-D40400690B06}" presName="spaceBetweenRectangles" presStyleCnt="0"/>
      <dgm:spPr/>
    </dgm:pt>
    <dgm:pt modelId="{8E3EAF32-74F8-40F0-B923-F8B8E4AB9A07}" type="pres">
      <dgm:prSet presAssocID="{780FF7B1-D009-49E4-B386-96EC2DDCB3DA}" presName="parentLin" presStyleCnt="0"/>
      <dgm:spPr/>
    </dgm:pt>
    <dgm:pt modelId="{3505AE14-FB21-43F9-88F9-48C5F701DDA8}" type="pres">
      <dgm:prSet presAssocID="{780FF7B1-D009-49E4-B386-96EC2DDCB3DA}" presName="parentLeftMargin" presStyleLbl="node1" presStyleIdx="2" presStyleCnt="6"/>
      <dgm:spPr/>
    </dgm:pt>
    <dgm:pt modelId="{E568357D-CA4B-4662-A31F-48FF2AB10C11}" type="pres">
      <dgm:prSet presAssocID="{780FF7B1-D009-49E4-B386-96EC2DDCB3D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3B2620C-6606-41D2-A915-C8278121411B}" type="pres">
      <dgm:prSet presAssocID="{780FF7B1-D009-49E4-B386-96EC2DDCB3DA}" presName="negativeSpace" presStyleCnt="0"/>
      <dgm:spPr/>
    </dgm:pt>
    <dgm:pt modelId="{6FB318E0-F727-4ABA-B2CB-D5F12DED4D6B}" type="pres">
      <dgm:prSet presAssocID="{780FF7B1-D009-49E4-B386-96EC2DDCB3DA}" presName="childText" presStyleLbl="conFgAcc1" presStyleIdx="3" presStyleCnt="6">
        <dgm:presLayoutVars>
          <dgm:bulletEnabled val="1"/>
        </dgm:presLayoutVars>
      </dgm:prSet>
      <dgm:spPr/>
    </dgm:pt>
    <dgm:pt modelId="{68371CD6-8D65-4568-9720-B42E801EB62E}" type="pres">
      <dgm:prSet presAssocID="{1440B625-8351-42A7-88A5-DDCDB27C0062}" presName="spaceBetweenRectangles" presStyleCnt="0"/>
      <dgm:spPr/>
    </dgm:pt>
    <dgm:pt modelId="{2FF00B5F-4FE3-4640-ABAC-D3E04F65AE31}" type="pres">
      <dgm:prSet presAssocID="{8E187038-67CE-4133-BB57-071857C9C735}" presName="parentLin" presStyleCnt="0"/>
      <dgm:spPr/>
    </dgm:pt>
    <dgm:pt modelId="{20289876-32CA-4B22-B45F-5E655A076DB5}" type="pres">
      <dgm:prSet presAssocID="{8E187038-67CE-4133-BB57-071857C9C735}" presName="parentLeftMargin" presStyleLbl="node1" presStyleIdx="3" presStyleCnt="6"/>
      <dgm:spPr/>
    </dgm:pt>
    <dgm:pt modelId="{B60FBC45-01EB-47E7-9ECA-0B9F5DA0D33D}" type="pres">
      <dgm:prSet presAssocID="{8E187038-67CE-4133-BB57-071857C9C73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9574AA5-F036-4EC1-B64E-5D80864FC32E}" type="pres">
      <dgm:prSet presAssocID="{8E187038-67CE-4133-BB57-071857C9C735}" presName="negativeSpace" presStyleCnt="0"/>
      <dgm:spPr/>
    </dgm:pt>
    <dgm:pt modelId="{41590022-32AA-4A9D-8B56-8A0C33D2C244}" type="pres">
      <dgm:prSet presAssocID="{8E187038-67CE-4133-BB57-071857C9C735}" presName="childText" presStyleLbl="conFgAcc1" presStyleIdx="4" presStyleCnt="6">
        <dgm:presLayoutVars>
          <dgm:bulletEnabled val="1"/>
        </dgm:presLayoutVars>
      </dgm:prSet>
      <dgm:spPr/>
    </dgm:pt>
    <dgm:pt modelId="{0823915A-C032-4AB6-9DFB-B50B2CE92253}" type="pres">
      <dgm:prSet presAssocID="{31742B47-AABB-44B5-B34D-F7AF0AF5DF05}" presName="spaceBetweenRectangles" presStyleCnt="0"/>
      <dgm:spPr/>
    </dgm:pt>
    <dgm:pt modelId="{F9BAF39A-FFFE-4A6E-9A55-79B4A553F2EE}" type="pres">
      <dgm:prSet presAssocID="{08B7CFBF-680D-46D6-A47A-571FFA00A2F6}" presName="parentLin" presStyleCnt="0"/>
      <dgm:spPr/>
    </dgm:pt>
    <dgm:pt modelId="{91AFC960-144A-4CDF-99EF-F43B6A14D2BF}" type="pres">
      <dgm:prSet presAssocID="{08B7CFBF-680D-46D6-A47A-571FFA00A2F6}" presName="parentLeftMargin" presStyleLbl="node1" presStyleIdx="4" presStyleCnt="6"/>
      <dgm:spPr/>
    </dgm:pt>
    <dgm:pt modelId="{7D14256D-060A-442B-989D-EF3B1BC2863B}" type="pres">
      <dgm:prSet presAssocID="{08B7CFBF-680D-46D6-A47A-571FFA00A2F6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CFF60F1A-4BE2-4491-8D94-5A3D3424CAD3}" type="pres">
      <dgm:prSet presAssocID="{08B7CFBF-680D-46D6-A47A-571FFA00A2F6}" presName="negativeSpace" presStyleCnt="0"/>
      <dgm:spPr/>
    </dgm:pt>
    <dgm:pt modelId="{247051ED-A25F-47D1-B6B8-5ADB476961C5}" type="pres">
      <dgm:prSet presAssocID="{08B7CFBF-680D-46D6-A47A-571FFA00A2F6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BEBC0F0C-9CC7-4377-A923-7659EB4057C8}" srcId="{624B2067-80B6-43F5-813E-B8ECD22635C8}" destId="{08B7CFBF-680D-46D6-A47A-571FFA00A2F6}" srcOrd="5" destOrd="0" parTransId="{350A0ACC-2D0F-4F63-BB9F-D0FE01B80572}" sibTransId="{ED9145AB-8B19-4A68-A0A2-B4B0092B5FEA}"/>
    <dgm:cxn modelId="{21AED411-CC77-4591-8419-5D2DB4B176CD}" srcId="{780FF7B1-D009-49E4-B386-96EC2DDCB3DA}" destId="{4B70B322-D7FE-4B6F-B329-0245848B10CC}" srcOrd="2" destOrd="0" parTransId="{40BA4171-3C41-403F-A7AE-2A1DB79E3934}" sibTransId="{947E0E19-73FC-4758-B41D-23D890E47E3D}"/>
    <dgm:cxn modelId="{1B8A961E-22CE-468B-B56D-78A4DDCB057A}" type="presOf" srcId="{4B70B322-D7FE-4B6F-B329-0245848B10CC}" destId="{6FB318E0-F727-4ABA-B2CB-D5F12DED4D6B}" srcOrd="0" destOrd="2" presId="urn:microsoft.com/office/officeart/2005/8/layout/list1"/>
    <dgm:cxn modelId="{ADB6D626-F42F-407E-A6E8-A99C54ECA343}" type="presOf" srcId="{EDD3CDB9-EADE-4C05-B897-9FD9EC45DF06}" destId="{247051ED-A25F-47D1-B6B8-5ADB476961C5}" srcOrd="0" destOrd="1" presId="urn:microsoft.com/office/officeart/2005/8/layout/list1"/>
    <dgm:cxn modelId="{A5DFC52B-4486-4BE9-86FF-5D5036F6F444}" srcId="{D7CC07CC-5B8A-4445-84F8-C5F572883E93}" destId="{1BA03387-B35A-499A-B003-C8155B4431D7}" srcOrd="0" destOrd="0" parTransId="{F3600006-EC04-43DA-9F20-476F3A979FAB}" sibTransId="{0DB175EF-B9E6-4E95-BEC3-4D407794DD5C}"/>
    <dgm:cxn modelId="{4B878F2E-DBBF-447E-8599-E7471CCBFF3F}" srcId="{08B7CFBF-680D-46D6-A47A-571FFA00A2F6}" destId="{EDD3CDB9-EADE-4C05-B897-9FD9EC45DF06}" srcOrd="1" destOrd="0" parTransId="{54434784-48C1-43E4-A39F-72BFD4076BAB}" sibTransId="{1492D991-E743-4E68-B08B-030B54FBB451}"/>
    <dgm:cxn modelId="{B59AC330-3253-479A-836E-4CE3A10C8C37}" srcId="{08B7CFBF-680D-46D6-A47A-571FFA00A2F6}" destId="{C2C4BF83-232B-45CF-915D-BF4CC236C0E9}" srcOrd="0" destOrd="0" parTransId="{1E05B44C-714C-4A7D-9EA0-5A40EEDE392C}" sibTransId="{23833240-3688-4BCD-9F19-B588183A976D}"/>
    <dgm:cxn modelId="{AFFB8232-01B0-4D98-A358-488C9E8856D0}" srcId="{780FF7B1-D009-49E4-B386-96EC2DDCB3DA}" destId="{3F39596C-6AF5-49BF-AF71-6B235C2A39FE}" srcOrd="0" destOrd="0" parTransId="{FA294F78-A0AC-4FDD-9CBC-244B5C96B7D0}" sibTransId="{1DCD2745-8346-4AD8-B7E3-245F529A06FD}"/>
    <dgm:cxn modelId="{21358D36-6E20-4F5D-BBCD-8876D449E1EC}" type="presOf" srcId="{BD6792C5-2A32-4FA2-9171-828BCC7207B0}" destId="{31527284-532A-4501-AF4F-292AA6BE693F}" srcOrd="0" destOrd="0" presId="urn:microsoft.com/office/officeart/2005/8/layout/list1"/>
    <dgm:cxn modelId="{A1CFB33B-B7F5-49D5-BAD8-9B4C7A384EF7}" srcId="{08B7CFBF-680D-46D6-A47A-571FFA00A2F6}" destId="{DE426D33-135D-4216-A307-1D3B399AE219}" srcOrd="2" destOrd="0" parTransId="{2E513222-DC11-4033-8249-64ED57DC0759}" sibTransId="{1B0E25AD-EB46-4646-8932-3A9B946FD6C3}"/>
    <dgm:cxn modelId="{3B0A9E3F-B5D7-47EE-B415-21EDBD77C59B}" type="presOf" srcId="{08B7CFBF-680D-46D6-A47A-571FFA00A2F6}" destId="{7D14256D-060A-442B-989D-EF3B1BC2863B}" srcOrd="1" destOrd="0" presId="urn:microsoft.com/office/officeart/2005/8/layout/list1"/>
    <dgm:cxn modelId="{5C3CD03F-E090-447D-AB75-C89984576082}" type="presOf" srcId="{1F855D84-52C1-4032-9863-672E84339D4A}" destId="{33EBDFE9-87E2-480E-A559-6877F1A02606}" srcOrd="0" destOrd="3" presId="urn:microsoft.com/office/officeart/2005/8/layout/list1"/>
    <dgm:cxn modelId="{80D8A25B-10F8-4546-8C70-79B5669A801A}" type="presOf" srcId="{780FF7B1-D009-49E4-B386-96EC2DDCB3DA}" destId="{3505AE14-FB21-43F9-88F9-48C5F701DDA8}" srcOrd="0" destOrd="0" presId="urn:microsoft.com/office/officeart/2005/8/layout/list1"/>
    <dgm:cxn modelId="{76D4925D-2F0A-4BAE-AF9D-EF35F1B53A1D}" srcId="{D7CC07CC-5B8A-4445-84F8-C5F572883E93}" destId="{9BA56E5B-6564-4E5C-824B-4EAA3E79C569}" srcOrd="2" destOrd="0" parTransId="{3F1D53D4-DC64-41F5-A4E1-A2FC0C8F6E12}" sibTransId="{AE25D703-7708-4E1A-ACE4-D96A99D3B9A3}"/>
    <dgm:cxn modelId="{1CB94E61-9C7F-4D19-860B-81C7392C2F14}" type="presOf" srcId="{1BA03387-B35A-499A-B003-C8155B4431D7}" destId="{33EBDFE9-87E2-480E-A559-6877F1A02606}" srcOrd="0" destOrd="0" presId="urn:microsoft.com/office/officeart/2005/8/layout/list1"/>
    <dgm:cxn modelId="{3F301246-0850-4AC2-8E86-11199B7261C6}" srcId="{780FF7B1-D009-49E4-B386-96EC2DDCB3DA}" destId="{00B9444C-6F59-4F14-8AA2-DD32242711ED}" srcOrd="3" destOrd="0" parTransId="{EBB92500-0C0D-4B41-BB3D-0E639BF4AEAC}" sibTransId="{CE75BBE9-433E-42CE-AFEF-B7D1C82555B5}"/>
    <dgm:cxn modelId="{F1626F74-C2C6-4647-9B7F-5577B7CAB904}" type="presOf" srcId="{D7CC07CC-5B8A-4445-84F8-C5F572883E93}" destId="{757A6611-0B0C-423D-8273-2399D4D29377}" srcOrd="1" destOrd="0" presId="urn:microsoft.com/office/officeart/2005/8/layout/list1"/>
    <dgm:cxn modelId="{969A627D-2862-4AB9-B015-B950AADB1E5D}" type="presOf" srcId="{C2C4BF83-232B-45CF-915D-BF4CC236C0E9}" destId="{247051ED-A25F-47D1-B6B8-5ADB476961C5}" srcOrd="0" destOrd="0" presId="urn:microsoft.com/office/officeart/2005/8/layout/list1"/>
    <dgm:cxn modelId="{E1567B85-FDAA-4FF1-A687-306C5F447276}" type="presOf" srcId="{08B7CFBF-680D-46D6-A47A-571FFA00A2F6}" destId="{91AFC960-144A-4CDF-99EF-F43B6A14D2BF}" srcOrd="0" destOrd="0" presId="urn:microsoft.com/office/officeart/2005/8/layout/list1"/>
    <dgm:cxn modelId="{F66C8288-9FD4-4544-82F6-01CE1FA7F76B}" srcId="{D7CC07CC-5B8A-4445-84F8-C5F572883E93}" destId="{1F855D84-52C1-4032-9863-672E84339D4A}" srcOrd="3" destOrd="0" parTransId="{A123F84C-1495-4714-81D2-D813C394AFFE}" sibTransId="{3943D3D3-301F-41A5-B710-0C6E54351BB9}"/>
    <dgm:cxn modelId="{C10FA28D-D580-47A7-A600-EC4027A9129A}" srcId="{D7CC07CC-5B8A-4445-84F8-C5F572883E93}" destId="{9C6A280C-C374-48EF-B4AB-1D5E779F6F9C}" srcOrd="1" destOrd="0" parTransId="{DFD68004-1215-4C08-9B49-8A277EB36277}" sibTransId="{5F3B3A42-3E25-4601-8900-D3E7543AE229}"/>
    <dgm:cxn modelId="{7B74BE8E-1A4B-44BF-925B-C9ECDD1E3A40}" type="presOf" srcId="{D7CC07CC-5B8A-4445-84F8-C5F572883E93}" destId="{D4649D8B-0557-4655-99CF-8C3075BF410F}" srcOrd="0" destOrd="0" presId="urn:microsoft.com/office/officeart/2005/8/layout/list1"/>
    <dgm:cxn modelId="{F8455C8F-D30C-4B50-ADBB-BB9BECBC8E7E}" type="presOf" srcId="{8F6236B8-1256-43E3-A25A-751FE278A203}" destId="{247051ED-A25F-47D1-B6B8-5ADB476961C5}" srcOrd="0" destOrd="3" presId="urn:microsoft.com/office/officeart/2005/8/layout/list1"/>
    <dgm:cxn modelId="{EEB71190-9B22-4E63-83E5-4B8B906ACF1B}" srcId="{624B2067-80B6-43F5-813E-B8ECD22635C8}" destId="{D7CC07CC-5B8A-4445-84F8-C5F572883E93}" srcOrd="1" destOrd="0" parTransId="{344F523D-315D-49BB-A22C-859FDF65C013}" sibTransId="{4944BB9F-B48E-41F2-836F-FCCC2D80CDA1}"/>
    <dgm:cxn modelId="{95460197-EDE9-4521-9995-5FF106C2EC9C}" type="presOf" srcId="{0A2169A5-EF50-4BC0-9005-5C9352EEDEC3}" destId="{7F8415D3-FF85-4BDE-B923-3EFDA98C7D33}" srcOrd="0" destOrd="0" presId="urn:microsoft.com/office/officeart/2005/8/layout/list1"/>
    <dgm:cxn modelId="{EF8FA59C-6930-4913-BCD3-9083F06277B7}" type="presOf" srcId="{8E187038-67CE-4133-BB57-071857C9C735}" destId="{20289876-32CA-4B22-B45F-5E655A076DB5}" srcOrd="0" destOrd="0" presId="urn:microsoft.com/office/officeart/2005/8/layout/list1"/>
    <dgm:cxn modelId="{A1EA72A5-F189-4F29-9B39-9AA72B65383B}" srcId="{624B2067-80B6-43F5-813E-B8ECD22635C8}" destId="{780FF7B1-D009-49E4-B386-96EC2DDCB3DA}" srcOrd="3" destOrd="0" parTransId="{43624C1D-E54B-4A62-A66E-025083B173AC}" sibTransId="{1440B625-8351-42A7-88A5-DDCDB27C0062}"/>
    <dgm:cxn modelId="{C2746FB1-CB51-40BE-93BF-AF28D996B1E2}" srcId="{780FF7B1-D009-49E4-B386-96EC2DDCB3DA}" destId="{6DFD64EA-C061-4FB3-AD21-F865DB98C105}" srcOrd="1" destOrd="0" parTransId="{435A998C-9E3A-40C4-A0E4-2A3A67160065}" sibTransId="{D249D9A3-0380-4ABD-8E02-E53DACA63DFD}"/>
    <dgm:cxn modelId="{11427BBB-B993-48E4-9772-A66CF4B3E71E}" srcId="{624B2067-80B6-43F5-813E-B8ECD22635C8}" destId="{8E187038-67CE-4133-BB57-071857C9C735}" srcOrd="4" destOrd="0" parTransId="{ACC4BCBF-07DD-4930-A2AE-44CDC5009BE7}" sibTransId="{31742B47-AABB-44B5-B34D-F7AF0AF5DF05}"/>
    <dgm:cxn modelId="{B77C2DBE-48CF-4C08-8891-97C068749A17}" type="presOf" srcId="{00B9444C-6F59-4F14-8AA2-DD32242711ED}" destId="{6FB318E0-F727-4ABA-B2CB-D5F12DED4D6B}" srcOrd="0" destOrd="3" presId="urn:microsoft.com/office/officeart/2005/8/layout/list1"/>
    <dgm:cxn modelId="{41936CBE-77FF-4AAD-B782-5F37E57EBF19}" type="presOf" srcId="{9BA56E5B-6564-4E5C-824B-4EAA3E79C569}" destId="{33EBDFE9-87E2-480E-A559-6877F1A02606}" srcOrd="0" destOrd="2" presId="urn:microsoft.com/office/officeart/2005/8/layout/list1"/>
    <dgm:cxn modelId="{7E203AC4-DAEA-4551-9A48-758B7EE38045}" type="presOf" srcId="{DE426D33-135D-4216-A307-1D3B399AE219}" destId="{247051ED-A25F-47D1-B6B8-5ADB476961C5}" srcOrd="0" destOrd="2" presId="urn:microsoft.com/office/officeart/2005/8/layout/list1"/>
    <dgm:cxn modelId="{E325C6C4-0088-498A-8F4E-75B99854399B}" type="presOf" srcId="{624B2067-80B6-43F5-813E-B8ECD22635C8}" destId="{F96C7808-B462-4DC0-AC63-59C3C93300F2}" srcOrd="0" destOrd="0" presId="urn:microsoft.com/office/officeart/2005/8/layout/list1"/>
    <dgm:cxn modelId="{44BE0CC6-1237-4AE4-B2E8-7C72E869DCE7}" srcId="{624B2067-80B6-43F5-813E-B8ECD22635C8}" destId="{BD6792C5-2A32-4FA2-9171-828BCC7207B0}" srcOrd="0" destOrd="0" parTransId="{907FAC14-4EE4-40D6-9692-AE64705B8017}" sibTransId="{AC754A04-CBF2-4234-91FA-67395B60BF53}"/>
    <dgm:cxn modelId="{84ED2AC6-D687-45D7-8A38-4DACD2DB5547}" type="presOf" srcId="{BD6792C5-2A32-4FA2-9171-828BCC7207B0}" destId="{08BD604F-CBAD-4C2C-839D-E829610A46BC}" srcOrd="1" destOrd="0" presId="urn:microsoft.com/office/officeart/2005/8/layout/list1"/>
    <dgm:cxn modelId="{A33DFDC7-277D-429D-8D22-4DE412A3B96E}" srcId="{624B2067-80B6-43F5-813E-B8ECD22635C8}" destId="{0A2169A5-EF50-4BC0-9005-5C9352EEDEC3}" srcOrd="2" destOrd="0" parTransId="{ABBB44D7-DA7C-4874-A760-4579EA316EB9}" sibTransId="{486040BF-8E2F-4E11-BE61-D40400690B06}"/>
    <dgm:cxn modelId="{34658BCE-04F9-48D7-B06A-D3970626C527}" type="presOf" srcId="{0A2169A5-EF50-4BC0-9005-5C9352EEDEC3}" destId="{C67ECBD4-F2CD-4551-9B94-363E9226A9F8}" srcOrd="1" destOrd="0" presId="urn:microsoft.com/office/officeart/2005/8/layout/list1"/>
    <dgm:cxn modelId="{52FC4EDB-83FF-424D-909F-F1DB764FBCC0}" type="presOf" srcId="{3F39596C-6AF5-49BF-AF71-6B235C2A39FE}" destId="{6FB318E0-F727-4ABA-B2CB-D5F12DED4D6B}" srcOrd="0" destOrd="0" presId="urn:microsoft.com/office/officeart/2005/8/layout/list1"/>
    <dgm:cxn modelId="{F63F57E3-7F9D-4F32-922D-51583A19ADAE}" srcId="{08B7CFBF-680D-46D6-A47A-571FFA00A2F6}" destId="{8F6236B8-1256-43E3-A25A-751FE278A203}" srcOrd="3" destOrd="0" parTransId="{2B46B1A5-048C-434E-B312-4D2A4F3F81A1}" sibTransId="{F9D21E32-3B98-41E8-802A-9AC235841ED0}"/>
    <dgm:cxn modelId="{3FFE2BF3-ABC0-40F4-AAD9-58F338B18359}" type="presOf" srcId="{9C6A280C-C374-48EF-B4AB-1D5E779F6F9C}" destId="{33EBDFE9-87E2-480E-A559-6877F1A02606}" srcOrd="0" destOrd="1" presId="urn:microsoft.com/office/officeart/2005/8/layout/list1"/>
    <dgm:cxn modelId="{DC4CAFF3-A0D9-41DF-B4F1-EB32C00BD02E}" type="presOf" srcId="{6DFD64EA-C061-4FB3-AD21-F865DB98C105}" destId="{6FB318E0-F727-4ABA-B2CB-D5F12DED4D6B}" srcOrd="0" destOrd="1" presId="urn:microsoft.com/office/officeart/2005/8/layout/list1"/>
    <dgm:cxn modelId="{4FD685F6-8345-44F8-BE95-541507273F12}" type="presOf" srcId="{8E187038-67CE-4133-BB57-071857C9C735}" destId="{B60FBC45-01EB-47E7-9ECA-0B9F5DA0D33D}" srcOrd="1" destOrd="0" presId="urn:microsoft.com/office/officeart/2005/8/layout/list1"/>
    <dgm:cxn modelId="{B5F1A3F6-9E68-4629-9C4D-5D30BC190543}" type="presOf" srcId="{780FF7B1-D009-49E4-B386-96EC2DDCB3DA}" destId="{E568357D-CA4B-4662-A31F-48FF2AB10C11}" srcOrd="1" destOrd="0" presId="urn:microsoft.com/office/officeart/2005/8/layout/list1"/>
    <dgm:cxn modelId="{A315BEFB-992C-4F62-91FE-97C21BDC4FBC}" type="presParOf" srcId="{F96C7808-B462-4DC0-AC63-59C3C93300F2}" destId="{B45F3D1B-D55F-4A0C-BCAC-8135B2FF8552}" srcOrd="0" destOrd="0" presId="urn:microsoft.com/office/officeart/2005/8/layout/list1"/>
    <dgm:cxn modelId="{047C16E9-3B58-4F06-B84B-8A0A9ECBF069}" type="presParOf" srcId="{B45F3D1B-D55F-4A0C-BCAC-8135B2FF8552}" destId="{31527284-532A-4501-AF4F-292AA6BE693F}" srcOrd="0" destOrd="0" presId="urn:microsoft.com/office/officeart/2005/8/layout/list1"/>
    <dgm:cxn modelId="{365DF97A-818A-4E0D-B63C-5E34FE45CB96}" type="presParOf" srcId="{B45F3D1B-D55F-4A0C-BCAC-8135B2FF8552}" destId="{08BD604F-CBAD-4C2C-839D-E829610A46BC}" srcOrd="1" destOrd="0" presId="urn:microsoft.com/office/officeart/2005/8/layout/list1"/>
    <dgm:cxn modelId="{DB6345C9-CB99-4BCB-BE4B-B6688F3A7548}" type="presParOf" srcId="{F96C7808-B462-4DC0-AC63-59C3C93300F2}" destId="{2FBF58CE-53F4-4C84-A8BD-F16861C5BDA4}" srcOrd="1" destOrd="0" presId="urn:microsoft.com/office/officeart/2005/8/layout/list1"/>
    <dgm:cxn modelId="{12C9CBDF-7336-45D2-8137-D9B878D16FC1}" type="presParOf" srcId="{F96C7808-B462-4DC0-AC63-59C3C93300F2}" destId="{69DC2217-D4CE-40D5-B78D-3D4D2F6DDD66}" srcOrd="2" destOrd="0" presId="urn:microsoft.com/office/officeart/2005/8/layout/list1"/>
    <dgm:cxn modelId="{ABA05DAA-8996-4AAB-87ED-5C84090E0B52}" type="presParOf" srcId="{F96C7808-B462-4DC0-AC63-59C3C93300F2}" destId="{5C32E860-CF19-4B1C-B65E-A0555D8BFB7F}" srcOrd="3" destOrd="0" presId="urn:microsoft.com/office/officeart/2005/8/layout/list1"/>
    <dgm:cxn modelId="{BE1FD208-FD04-4A34-B5EA-D7701C97A257}" type="presParOf" srcId="{F96C7808-B462-4DC0-AC63-59C3C93300F2}" destId="{00DBC874-B5A5-4506-9B27-BFC8FC31FE53}" srcOrd="4" destOrd="0" presId="urn:microsoft.com/office/officeart/2005/8/layout/list1"/>
    <dgm:cxn modelId="{A4031D65-04F2-4E66-B4D0-9E246E228E9B}" type="presParOf" srcId="{00DBC874-B5A5-4506-9B27-BFC8FC31FE53}" destId="{D4649D8B-0557-4655-99CF-8C3075BF410F}" srcOrd="0" destOrd="0" presId="urn:microsoft.com/office/officeart/2005/8/layout/list1"/>
    <dgm:cxn modelId="{12B2C5F8-0528-4598-9F51-29C647A792BC}" type="presParOf" srcId="{00DBC874-B5A5-4506-9B27-BFC8FC31FE53}" destId="{757A6611-0B0C-423D-8273-2399D4D29377}" srcOrd="1" destOrd="0" presId="urn:microsoft.com/office/officeart/2005/8/layout/list1"/>
    <dgm:cxn modelId="{50CBCD63-180A-4998-B818-CF1F87093F31}" type="presParOf" srcId="{F96C7808-B462-4DC0-AC63-59C3C93300F2}" destId="{A89EA50E-8938-4EEC-81C9-F06D38591484}" srcOrd="5" destOrd="0" presId="urn:microsoft.com/office/officeart/2005/8/layout/list1"/>
    <dgm:cxn modelId="{948AD897-02D1-4C88-89EF-092AAEB4578E}" type="presParOf" srcId="{F96C7808-B462-4DC0-AC63-59C3C93300F2}" destId="{33EBDFE9-87E2-480E-A559-6877F1A02606}" srcOrd="6" destOrd="0" presId="urn:microsoft.com/office/officeart/2005/8/layout/list1"/>
    <dgm:cxn modelId="{7B89A699-D3AB-4988-97A4-1248E2DC9F3F}" type="presParOf" srcId="{F96C7808-B462-4DC0-AC63-59C3C93300F2}" destId="{4B4584EA-93F0-4AB4-A09B-55D880FB196E}" srcOrd="7" destOrd="0" presId="urn:microsoft.com/office/officeart/2005/8/layout/list1"/>
    <dgm:cxn modelId="{6D32100E-14A2-4603-9B63-19FB3C371D5D}" type="presParOf" srcId="{F96C7808-B462-4DC0-AC63-59C3C93300F2}" destId="{BA2F75BE-0CF4-48F6-8FDE-67FFB46D75F0}" srcOrd="8" destOrd="0" presId="urn:microsoft.com/office/officeart/2005/8/layout/list1"/>
    <dgm:cxn modelId="{07BC50EA-1303-4CA2-8DB7-6E0DEBFF5EF1}" type="presParOf" srcId="{BA2F75BE-0CF4-48F6-8FDE-67FFB46D75F0}" destId="{7F8415D3-FF85-4BDE-B923-3EFDA98C7D33}" srcOrd="0" destOrd="0" presId="urn:microsoft.com/office/officeart/2005/8/layout/list1"/>
    <dgm:cxn modelId="{CECEFD86-17F3-4EBA-955D-4CFF5A732E3B}" type="presParOf" srcId="{BA2F75BE-0CF4-48F6-8FDE-67FFB46D75F0}" destId="{C67ECBD4-F2CD-4551-9B94-363E9226A9F8}" srcOrd="1" destOrd="0" presId="urn:microsoft.com/office/officeart/2005/8/layout/list1"/>
    <dgm:cxn modelId="{5DD5F8D9-4516-4C9B-AC73-CC0624E70B1D}" type="presParOf" srcId="{F96C7808-B462-4DC0-AC63-59C3C93300F2}" destId="{C520EA94-0EAB-4ECC-A4D4-CF6F366F90DA}" srcOrd="9" destOrd="0" presId="urn:microsoft.com/office/officeart/2005/8/layout/list1"/>
    <dgm:cxn modelId="{CAA89BCE-2F58-42B8-97AE-9F79B17A6829}" type="presParOf" srcId="{F96C7808-B462-4DC0-AC63-59C3C93300F2}" destId="{B2D5A856-366B-4659-985B-5D0EBCD5C972}" srcOrd="10" destOrd="0" presId="urn:microsoft.com/office/officeart/2005/8/layout/list1"/>
    <dgm:cxn modelId="{1BAA1309-6B45-4D80-A3A8-7A74408293F4}" type="presParOf" srcId="{F96C7808-B462-4DC0-AC63-59C3C93300F2}" destId="{7B617703-7252-4E44-9940-743E466DE31E}" srcOrd="11" destOrd="0" presId="urn:microsoft.com/office/officeart/2005/8/layout/list1"/>
    <dgm:cxn modelId="{3812BE96-4DF6-42C2-BE6D-31C86AEFE740}" type="presParOf" srcId="{F96C7808-B462-4DC0-AC63-59C3C93300F2}" destId="{8E3EAF32-74F8-40F0-B923-F8B8E4AB9A07}" srcOrd="12" destOrd="0" presId="urn:microsoft.com/office/officeart/2005/8/layout/list1"/>
    <dgm:cxn modelId="{A1A6ED61-F0AD-4FE0-BBDA-FE2662FE87C0}" type="presParOf" srcId="{8E3EAF32-74F8-40F0-B923-F8B8E4AB9A07}" destId="{3505AE14-FB21-43F9-88F9-48C5F701DDA8}" srcOrd="0" destOrd="0" presId="urn:microsoft.com/office/officeart/2005/8/layout/list1"/>
    <dgm:cxn modelId="{A2494836-7D0E-4679-93B1-30A4F2898A6B}" type="presParOf" srcId="{8E3EAF32-74F8-40F0-B923-F8B8E4AB9A07}" destId="{E568357D-CA4B-4662-A31F-48FF2AB10C11}" srcOrd="1" destOrd="0" presId="urn:microsoft.com/office/officeart/2005/8/layout/list1"/>
    <dgm:cxn modelId="{99EBA4CA-960C-4379-A13B-A6A9575C306F}" type="presParOf" srcId="{F96C7808-B462-4DC0-AC63-59C3C93300F2}" destId="{73B2620C-6606-41D2-A915-C8278121411B}" srcOrd="13" destOrd="0" presId="urn:microsoft.com/office/officeart/2005/8/layout/list1"/>
    <dgm:cxn modelId="{14B9D376-5557-4F3E-A7A8-4EDFECEF960F}" type="presParOf" srcId="{F96C7808-B462-4DC0-AC63-59C3C93300F2}" destId="{6FB318E0-F727-4ABA-B2CB-D5F12DED4D6B}" srcOrd="14" destOrd="0" presId="urn:microsoft.com/office/officeart/2005/8/layout/list1"/>
    <dgm:cxn modelId="{42B88DD2-6FEB-4B93-92E6-87630CE018D2}" type="presParOf" srcId="{F96C7808-B462-4DC0-AC63-59C3C93300F2}" destId="{68371CD6-8D65-4568-9720-B42E801EB62E}" srcOrd="15" destOrd="0" presId="urn:microsoft.com/office/officeart/2005/8/layout/list1"/>
    <dgm:cxn modelId="{83866B31-AD68-46C8-BECD-E69D1715D69D}" type="presParOf" srcId="{F96C7808-B462-4DC0-AC63-59C3C93300F2}" destId="{2FF00B5F-4FE3-4640-ABAC-D3E04F65AE31}" srcOrd="16" destOrd="0" presId="urn:microsoft.com/office/officeart/2005/8/layout/list1"/>
    <dgm:cxn modelId="{99F2021D-E44F-4922-B41B-B1F06E000CDA}" type="presParOf" srcId="{2FF00B5F-4FE3-4640-ABAC-D3E04F65AE31}" destId="{20289876-32CA-4B22-B45F-5E655A076DB5}" srcOrd="0" destOrd="0" presId="urn:microsoft.com/office/officeart/2005/8/layout/list1"/>
    <dgm:cxn modelId="{D1D41E20-94F2-404E-866C-A6A1F171019A}" type="presParOf" srcId="{2FF00B5F-4FE3-4640-ABAC-D3E04F65AE31}" destId="{B60FBC45-01EB-47E7-9ECA-0B9F5DA0D33D}" srcOrd="1" destOrd="0" presId="urn:microsoft.com/office/officeart/2005/8/layout/list1"/>
    <dgm:cxn modelId="{736AB4D4-5D66-49C2-BE04-1C7AD04735EB}" type="presParOf" srcId="{F96C7808-B462-4DC0-AC63-59C3C93300F2}" destId="{89574AA5-F036-4EC1-B64E-5D80864FC32E}" srcOrd="17" destOrd="0" presId="urn:microsoft.com/office/officeart/2005/8/layout/list1"/>
    <dgm:cxn modelId="{9D196B8E-3811-41E3-9782-FB5516D4FE59}" type="presParOf" srcId="{F96C7808-B462-4DC0-AC63-59C3C93300F2}" destId="{41590022-32AA-4A9D-8B56-8A0C33D2C244}" srcOrd="18" destOrd="0" presId="urn:microsoft.com/office/officeart/2005/8/layout/list1"/>
    <dgm:cxn modelId="{BF45A659-2389-429A-A4CC-CAE3D6B85E52}" type="presParOf" srcId="{F96C7808-B462-4DC0-AC63-59C3C93300F2}" destId="{0823915A-C032-4AB6-9DFB-B50B2CE92253}" srcOrd="19" destOrd="0" presId="urn:microsoft.com/office/officeart/2005/8/layout/list1"/>
    <dgm:cxn modelId="{E2C79E68-4237-49FA-A274-E8C3134D4D36}" type="presParOf" srcId="{F96C7808-B462-4DC0-AC63-59C3C93300F2}" destId="{F9BAF39A-FFFE-4A6E-9A55-79B4A553F2EE}" srcOrd="20" destOrd="0" presId="urn:microsoft.com/office/officeart/2005/8/layout/list1"/>
    <dgm:cxn modelId="{7CA2BAC4-0276-4AF8-824E-B9804535A3C4}" type="presParOf" srcId="{F9BAF39A-FFFE-4A6E-9A55-79B4A553F2EE}" destId="{91AFC960-144A-4CDF-99EF-F43B6A14D2BF}" srcOrd="0" destOrd="0" presId="urn:microsoft.com/office/officeart/2005/8/layout/list1"/>
    <dgm:cxn modelId="{7F3554DB-0283-4153-A1D6-B6CCC3FDA482}" type="presParOf" srcId="{F9BAF39A-FFFE-4A6E-9A55-79B4A553F2EE}" destId="{7D14256D-060A-442B-989D-EF3B1BC2863B}" srcOrd="1" destOrd="0" presId="urn:microsoft.com/office/officeart/2005/8/layout/list1"/>
    <dgm:cxn modelId="{26D84592-66AB-4BAC-A565-599307B54C30}" type="presParOf" srcId="{F96C7808-B462-4DC0-AC63-59C3C93300F2}" destId="{CFF60F1A-4BE2-4491-8D94-5A3D3424CAD3}" srcOrd="21" destOrd="0" presId="urn:microsoft.com/office/officeart/2005/8/layout/list1"/>
    <dgm:cxn modelId="{9BAD2F68-3A1D-420F-B83E-AAD395F96A9E}" type="presParOf" srcId="{F96C7808-B462-4DC0-AC63-59C3C93300F2}" destId="{247051ED-A25F-47D1-B6B8-5ADB476961C5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20F5CF-46D8-42BA-9A34-D94B5D97B73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2A8C2C4-E0FC-4D8A-9C34-CD8E40458179}">
      <dgm:prSet/>
      <dgm:spPr/>
      <dgm:t>
        <a:bodyPr/>
        <a:lstStyle/>
        <a:p>
          <a:r>
            <a:rPr lang="en-NG"/>
            <a:t>You may ask AI:</a:t>
          </a:r>
          <a:endParaRPr lang="en-US"/>
        </a:p>
      </dgm:t>
    </dgm:pt>
    <dgm:pt modelId="{53EC0B41-519B-479E-AA05-24E2BA8E1651}" type="parTrans" cxnId="{7073F70F-2011-4E98-8312-A07F4B5C4F81}">
      <dgm:prSet/>
      <dgm:spPr/>
      <dgm:t>
        <a:bodyPr/>
        <a:lstStyle/>
        <a:p>
          <a:endParaRPr lang="en-US"/>
        </a:p>
      </dgm:t>
    </dgm:pt>
    <dgm:pt modelId="{80FD6617-A5B1-40B0-B4A4-016AF615E7CD}" type="sibTrans" cxnId="{7073F70F-2011-4E98-8312-A07F4B5C4F81}">
      <dgm:prSet/>
      <dgm:spPr/>
      <dgm:t>
        <a:bodyPr/>
        <a:lstStyle/>
        <a:p>
          <a:endParaRPr lang="en-US"/>
        </a:p>
      </dgm:t>
    </dgm:pt>
    <dgm:pt modelId="{9DB2F0DD-52C1-46DE-8834-9FB88ED04275}">
      <dgm:prSet/>
      <dgm:spPr/>
      <dgm:t>
        <a:bodyPr/>
        <a:lstStyle/>
        <a:p>
          <a:r>
            <a:rPr lang="en-NG"/>
            <a:t>"Create CSS to make my navigation look modern."</a:t>
          </a:r>
          <a:endParaRPr lang="en-US"/>
        </a:p>
      </dgm:t>
    </dgm:pt>
    <dgm:pt modelId="{9A7FBD44-52BF-4879-848C-0E7D24ECCF96}" type="parTrans" cxnId="{D7A6E39E-A6F4-45CB-BA21-EA828B155371}">
      <dgm:prSet/>
      <dgm:spPr/>
      <dgm:t>
        <a:bodyPr/>
        <a:lstStyle/>
        <a:p>
          <a:endParaRPr lang="en-US"/>
        </a:p>
      </dgm:t>
    </dgm:pt>
    <dgm:pt modelId="{D4C8204A-BB39-46AD-835D-011A48684D7A}" type="sibTrans" cxnId="{D7A6E39E-A6F4-45CB-BA21-EA828B155371}">
      <dgm:prSet/>
      <dgm:spPr/>
      <dgm:t>
        <a:bodyPr/>
        <a:lstStyle/>
        <a:p>
          <a:endParaRPr lang="en-US"/>
        </a:p>
      </dgm:t>
    </dgm:pt>
    <dgm:pt modelId="{D9C625BD-2F4C-47A8-B64A-789E2BED65EE}">
      <dgm:prSet/>
      <dgm:spPr/>
      <dgm:t>
        <a:bodyPr/>
        <a:lstStyle/>
        <a:p>
          <a:r>
            <a:rPr lang="en-NG"/>
            <a:t>But you must:</a:t>
          </a:r>
          <a:endParaRPr lang="en-US"/>
        </a:p>
      </dgm:t>
    </dgm:pt>
    <dgm:pt modelId="{B37E80FD-2DD4-4E39-92B9-6EFBCCE5F865}" type="parTrans" cxnId="{D08727F9-00FB-46EA-9CEF-5307EF9011B4}">
      <dgm:prSet/>
      <dgm:spPr/>
      <dgm:t>
        <a:bodyPr/>
        <a:lstStyle/>
        <a:p>
          <a:endParaRPr lang="en-US"/>
        </a:p>
      </dgm:t>
    </dgm:pt>
    <dgm:pt modelId="{F7D3ACF9-9714-478E-83BC-EFFE24CBF17E}" type="sibTrans" cxnId="{D08727F9-00FB-46EA-9CEF-5307EF9011B4}">
      <dgm:prSet/>
      <dgm:spPr/>
      <dgm:t>
        <a:bodyPr/>
        <a:lstStyle/>
        <a:p>
          <a:endParaRPr lang="en-US"/>
        </a:p>
      </dgm:t>
    </dgm:pt>
    <dgm:pt modelId="{3BD9C753-185F-4728-89F9-B2FACF15160B}">
      <dgm:prSet/>
      <dgm:spPr/>
      <dgm:t>
        <a:bodyPr/>
        <a:lstStyle/>
        <a:p>
          <a:r>
            <a:rPr lang="en-NG"/>
            <a:t>Read the CSS. </a:t>
          </a:r>
          <a:endParaRPr lang="en-US"/>
        </a:p>
      </dgm:t>
    </dgm:pt>
    <dgm:pt modelId="{B3AB8059-97C4-4981-A816-E41EFDF69B4B}" type="parTrans" cxnId="{388BC4A3-31B8-46C4-8ABA-D4E10D241AC0}">
      <dgm:prSet/>
      <dgm:spPr/>
      <dgm:t>
        <a:bodyPr/>
        <a:lstStyle/>
        <a:p>
          <a:endParaRPr lang="en-US"/>
        </a:p>
      </dgm:t>
    </dgm:pt>
    <dgm:pt modelId="{4C305D6D-F78B-46DC-B980-A015F55AA489}" type="sibTrans" cxnId="{388BC4A3-31B8-46C4-8ABA-D4E10D241AC0}">
      <dgm:prSet/>
      <dgm:spPr/>
      <dgm:t>
        <a:bodyPr/>
        <a:lstStyle/>
        <a:p>
          <a:endParaRPr lang="en-US"/>
        </a:p>
      </dgm:t>
    </dgm:pt>
    <dgm:pt modelId="{6A150E14-5D33-4611-BC9D-43F87FB32C0E}">
      <dgm:prSet/>
      <dgm:spPr/>
      <dgm:t>
        <a:bodyPr/>
        <a:lstStyle/>
        <a:p>
          <a:r>
            <a:rPr lang="en-NG"/>
            <a:t>Paste it into your project. </a:t>
          </a:r>
          <a:endParaRPr lang="en-US"/>
        </a:p>
      </dgm:t>
    </dgm:pt>
    <dgm:pt modelId="{BE77978D-54DA-42D4-B0F5-FE362B844DFE}" type="parTrans" cxnId="{B044A5E2-9C4A-4095-B7EB-D36372ABD098}">
      <dgm:prSet/>
      <dgm:spPr/>
      <dgm:t>
        <a:bodyPr/>
        <a:lstStyle/>
        <a:p>
          <a:endParaRPr lang="en-US"/>
        </a:p>
      </dgm:t>
    </dgm:pt>
    <dgm:pt modelId="{675893B4-B994-4FE3-9494-F6152F51ACF0}" type="sibTrans" cxnId="{B044A5E2-9C4A-4095-B7EB-D36372ABD098}">
      <dgm:prSet/>
      <dgm:spPr/>
      <dgm:t>
        <a:bodyPr/>
        <a:lstStyle/>
        <a:p>
          <a:endParaRPr lang="en-US"/>
        </a:p>
      </dgm:t>
    </dgm:pt>
    <dgm:pt modelId="{973483C6-8130-4B9E-BE56-BEDA6624E2C7}">
      <dgm:prSet/>
      <dgm:spPr/>
      <dgm:t>
        <a:bodyPr/>
        <a:lstStyle/>
        <a:p>
          <a:r>
            <a:rPr lang="en-NG"/>
            <a:t>Ask questions about unfamiliar code. </a:t>
          </a:r>
          <a:endParaRPr lang="en-US"/>
        </a:p>
      </dgm:t>
    </dgm:pt>
    <dgm:pt modelId="{2F076B38-919E-420C-9ABB-05D165FA7F32}" type="parTrans" cxnId="{917560AB-A993-4E9F-A696-C4AF1F9C2FA3}">
      <dgm:prSet/>
      <dgm:spPr/>
      <dgm:t>
        <a:bodyPr/>
        <a:lstStyle/>
        <a:p>
          <a:endParaRPr lang="en-US"/>
        </a:p>
      </dgm:t>
    </dgm:pt>
    <dgm:pt modelId="{FACDC032-98B5-4502-8747-B4A4D59F800B}" type="sibTrans" cxnId="{917560AB-A993-4E9F-A696-C4AF1F9C2FA3}">
      <dgm:prSet/>
      <dgm:spPr/>
      <dgm:t>
        <a:bodyPr/>
        <a:lstStyle/>
        <a:p>
          <a:endParaRPr lang="en-US"/>
        </a:p>
      </dgm:t>
    </dgm:pt>
    <dgm:pt modelId="{46A81180-DF7D-4EA7-8F43-39C9A6EC1BBD}">
      <dgm:prSet/>
      <dgm:spPr/>
      <dgm:t>
        <a:bodyPr/>
        <a:lstStyle/>
        <a:p>
          <a:r>
            <a:rPr lang="en-NG"/>
            <a:t>Change something yourself. </a:t>
          </a:r>
          <a:endParaRPr lang="en-US"/>
        </a:p>
      </dgm:t>
    </dgm:pt>
    <dgm:pt modelId="{DC58FE7D-F70B-4E96-B27F-35D3378F958C}" type="parTrans" cxnId="{EE8B03F4-6743-47F3-8B8D-62E06D305A46}">
      <dgm:prSet/>
      <dgm:spPr/>
      <dgm:t>
        <a:bodyPr/>
        <a:lstStyle/>
        <a:p>
          <a:endParaRPr lang="en-US"/>
        </a:p>
      </dgm:t>
    </dgm:pt>
    <dgm:pt modelId="{39A7D502-D140-474C-82B5-205C9811A031}" type="sibTrans" cxnId="{EE8B03F4-6743-47F3-8B8D-62E06D305A46}">
      <dgm:prSet/>
      <dgm:spPr/>
      <dgm:t>
        <a:bodyPr/>
        <a:lstStyle/>
        <a:p>
          <a:endParaRPr lang="en-US"/>
        </a:p>
      </dgm:t>
    </dgm:pt>
    <dgm:pt modelId="{9FFB738D-67A5-44D2-92C3-EC1E91A6B9DE}">
      <dgm:prSet/>
      <dgm:spPr/>
      <dgm:t>
        <a:bodyPr/>
        <a:lstStyle/>
        <a:p>
          <a:r>
            <a:rPr lang="en-NG"/>
            <a:t>Explain what you changed. </a:t>
          </a:r>
          <a:endParaRPr lang="en-US"/>
        </a:p>
      </dgm:t>
    </dgm:pt>
    <dgm:pt modelId="{565506CE-4226-45E7-9C00-4C55C378D733}" type="parTrans" cxnId="{031828CD-596F-4023-B2CD-8B1FAB6130B2}">
      <dgm:prSet/>
      <dgm:spPr/>
      <dgm:t>
        <a:bodyPr/>
        <a:lstStyle/>
        <a:p>
          <a:endParaRPr lang="en-US"/>
        </a:p>
      </dgm:t>
    </dgm:pt>
    <dgm:pt modelId="{6B965F6B-E45C-452B-9945-482F9B2863DB}" type="sibTrans" cxnId="{031828CD-596F-4023-B2CD-8B1FAB6130B2}">
      <dgm:prSet/>
      <dgm:spPr/>
      <dgm:t>
        <a:bodyPr/>
        <a:lstStyle/>
        <a:p>
          <a:endParaRPr lang="en-US"/>
        </a:p>
      </dgm:t>
    </dgm:pt>
    <dgm:pt modelId="{F218C177-24BE-4563-94D6-AAE05C5EE077}" type="pres">
      <dgm:prSet presAssocID="{DE20F5CF-46D8-42BA-9A34-D94B5D97B73A}" presName="linear" presStyleCnt="0">
        <dgm:presLayoutVars>
          <dgm:animLvl val="lvl"/>
          <dgm:resizeHandles val="exact"/>
        </dgm:presLayoutVars>
      </dgm:prSet>
      <dgm:spPr/>
    </dgm:pt>
    <dgm:pt modelId="{097BA495-94BB-4F17-B015-FA3DB6DAD3F9}" type="pres">
      <dgm:prSet presAssocID="{D2A8C2C4-E0FC-4D8A-9C34-CD8E4045817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5ED60E8-AE41-4DE7-A4E6-92A86B662AB3}" type="pres">
      <dgm:prSet presAssocID="{D2A8C2C4-E0FC-4D8A-9C34-CD8E40458179}" presName="childText" presStyleLbl="revTx" presStyleIdx="0" presStyleCnt="2">
        <dgm:presLayoutVars>
          <dgm:bulletEnabled val="1"/>
        </dgm:presLayoutVars>
      </dgm:prSet>
      <dgm:spPr/>
    </dgm:pt>
    <dgm:pt modelId="{C31A6F8D-73A1-4AF5-B19D-D75F5A222795}" type="pres">
      <dgm:prSet presAssocID="{D9C625BD-2F4C-47A8-B64A-789E2BED65E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20A6371-07DD-4653-A1F4-2E84877C6127}" type="pres">
      <dgm:prSet presAssocID="{D9C625BD-2F4C-47A8-B64A-789E2BED65E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338C306-2FD6-4026-92FA-879EB187F03D}" type="presOf" srcId="{973483C6-8130-4B9E-BE56-BEDA6624E2C7}" destId="{720A6371-07DD-4653-A1F4-2E84877C6127}" srcOrd="0" destOrd="2" presId="urn:microsoft.com/office/officeart/2005/8/layout/vList2"/>
    <dgm:cxn modelId="{7073F70F-2011-4E98-8312-A07F4B5C4F81}" srcId="{DE20F5CF-46D8-42BA-9A34-D94B5D97B73A}" destId="{D2A8C2C4-E0FC-4D8A-9C34-CD8E40458179}" srcOrd="0" destOrd="0" parTransId="{53EC0B41-519B-479E-AA05-24E2BA8E1651}" sibTransId="{80FD6617-A5B1-40B0-B4A4-016AF615E7CD}"/>
    <dgm:cxn modelId="{71D6721D-B5CE-4E25-BA90-790BA60C4106}" type="presOf" srcId="{D2A8C2C4-E0FC-4D8A-9C34-CD8E40458179}" destId="{097BA495-94BB-4F17-B015-FA3DB6DAD3F9}" srcOrd="0" destOrd="0" presId="urn:microsoft.com/office/officeart/2005/8/layout/vList2"/>
    <dgm:cxn modelId="{61DC5F2A-D9E4-4DF1-A42A-11F67E20A705}" type="presOf" srcId="{D9C625BD-2F4C-47A8-B64A-789E2BED65EE}" destId="{C31A6F8D-73A1-4AF5-B19D-D75F5A222795}" srcOrd="0" destOrd="0" presId="urn:microsoft.com/office/officeart/2005/8/layout/vList2"/>
    <dgm:cxn modelId="{6D3C6F43-8FD5-4711-850F-160C1C16A805}" type="presOf" srcId="{DE20F5CF-46D8-42BA-9A34-D94B5D97B73A}" destId="{F218C177-24BE-4563-94D6-AAE05C5EE077}" srcOrd="0" destOrd="0" presId="urn:microsoft.com/office/officeart/2005/8/layout/vList2"/>
    <dgm:cxn modelId="{F6707F46-602D-4E75-8EF6-E867D538D95C}" type="presOf" srcId="{9FFB738D-67A5-44D2-92C3-EC1E91A6B9DE}" destId="{720A6371-07DD-4653-A1F4-2E84877C6127}" srcOrd="0" destOrd="4" presId="urn:microsoft.com/office/officeart/2005/8/layout/vList2"/>
    <dgm:cxn modelId="{C7EAAE82-B5AF-4F21-9243-22412F492DD7}" type="presOf" srcId="{46A81180-DF7D-4EA7-8F43-39C9A6EC1BBD}" destId="{720A6371-07DD-4653-A1F4-2E84877C6127}" srcOrd="0" destOrd="3" presId="urn:microsoft.com/office/officeart/2005/8/layout/vList2"/>
    <dgm:cxn modelId="{B4C0BE85-A122-44D1-BE13-CAB0A5AF435B}" type="presOf" srcId="{3BD9C753-185F-4728-89F9-B2FACF15160B}" destId="{720A6371-07DD-4653-A1F4-2E84877C6127}" srcOrd="0" destOrd="0" presId="urn:microsoft.com/office/officeart/2005/8/layout/vList2"/>
    <dgm:cxn modelId="{D7A6E39E-A6F4-45CB-BA21-EA828B155371}" srcId="{D2A8C2C4-E0FC-4D8A-9C34-CD8E40458179}" destId="{9DB2F0DD-52C1-46DE-8834-9FB88ED04275}" srcOrd="0" destOrd="0" parTransId="{9A7FBD44-52BF-4879-848C-0E7D24ECCF96}" sibTransId="{D4C8204A-BB39-46AD-835D-011A48684D7A}"/>
    <dgm:cxn modelId="{388BC4A3-31B8-46C4-8ABA-D4E10D241AC0}" srcId="{D9C625BD-2F4C-47A8-B64A-789E2BED65EE}" destId="{3BD9C753-185F-4728-89F9-B2FACF15160B}" srcOrd="0" destOrd="0" parTransId="{B3AB8059-97C4-4981-A816-E41EFDF69B4B}" sibTransId="{4C305D6D-F78B-46DC-B980-A015F55AA489}"/>
    <dgm:cxn modelId="{917560AB-A993-4E9F-A696-C4AF1F9C2FA3}" srcId="{D9C625BD-2F4C-47A8-B64A-789E2BED65EE}" destId="{973483C6-8130-4B9E-BE56-BEDA6624E2C7}" srcOrd="2" destOrd="0" parTransId="{2F076B38-919E-420C-9ABB-05D165FA7F32}" sibTransId="{FACDC032-98B5-4502-8747-B4A4D59F800B}"/>
    <dgm:cxn modelId="{28659EB7-DF87-4E7F-85A7-ACF28757C46F}" type="presOf" srcId="{6A150E14-5D33-4611-BC9D-43F87FB32C0E}" destId="{720A6371-07DD-4653-A1F4-2E84877C6127}" srcOrd="0" destOrd="1" presId="urn:microsoft.com/office/officeart/2005/8/layout/vList2"/>
    <dgm:cxn modelId="{031828CD-596F-4023-B2CD-8B1FAB6130B2}" srcId="{D9C625BD-2F4C-47A8-B64A-789E2BED65EE}" destId="{9FFB738D-67A5-44D2-92C3-EC1E91A6B9DE}" srcOrd="4" destOrd="0" parTransId="{565506CE-4226-45E7-9C00-4C55C378D733}" sibTransId="{6B965F6B-E45C-452B-9945-482F9B2863DB}"/>
    <dgm:cxn modelId="{B044A5E2-9C4A-4095-B7EB-D36372ABD098}" srcId="{D9C625BD-2F4C-47A8-B64A-789E2BED65EE}" destId="{6A150E14-5D33-4611-BC9D-43F87FB32C0E}" srcOrd="1" destOrd="0" parTransId="{BE77978D-54DA-42D4-B0F5-FE362B844DFE}" sibTransId="{675893B4-B994-4FE3-9494-F6152F51ACF0}"/>
    <dgm:cxn modelId="{EE8B03F4-6743-47F3-8B8D-62E06D305A46}" srcId="{D9C625BD-2F4C-47A8-B64A-789E2BED65EE}" destId="{46A81180-DF7D-4EA7-8F43-39C9A6EC1BBD}" srcOrd="3" destOrd="0" parTransId="{DC58FE7D-F70B-4E96-B27F-35D3378F958C}" sibTransId="{39A7D502-D140-474C-82B5-205C9811A031}"/>
    <dgm:cxn modelId="{D08727F9-00FB-46EA-9CEF-5307EF9011B4}" srcId="{DE20F5CF-46D8-42BA-9A34-D94B5D97B73A}" destId="{D9C625BD-2F4C-47A8-B64A-789E2BED65EE}" srcOrd="1" destOrd="0" parTransId="{B37E80FD-2DD4-4E39-92B9-6EFBCCE5F865}" sibTransId="{F7D3ACF9-9714-478E-83BC-EFFE24CBF17E}"/>
    <dgm:cxn modelId="{C63EB9FA-CD35-4924-9195-3A128BD077FD}" type="presOf" srcId="{9DB2F0DD-52C1-46DE-8834-9FB88ED04275}" destId="{55ED60E8-AE41-4DE7-A4E6-92A86B662AB3}" srcOrd="0" destOrd="0" presId="urn:microsoft.com/office/officeart/2005/8/layout/vList2"/>
    <dgm:cxn modelId="{6ED41C69-311B-422A-8087-F758C18C15C7}" type="presParOf" srcId="{F218C177-24BE-4563-94D6-AAE05C5EE077}" destId="{097BA495-94BB-4F17-B015-FA3DB6DAD3F9}" srcOrd="0" destOrd="0" presId="urn:microsoft.com/office/officeart/2005/8/layout/vList2"/>
    <dgm:cxn modelId="{AE471D4B-6073-410B-B4D3-B2FAB024568E}" type="presParOf" srcId="{F218C177-24BE-4563-94D6-AAE05C5EE077}" destId="{55ED60E8-AE41-4DE7-A4E6-92A86B662AB3}" srcOrd="1" destOrd="0" presId="urn:microsoft.com/office/officeart/2005/8/layout/vList2"/>
    <dgm:cxn modelId="{7D32C0A5-D689-48A9-ADE4-EBC3596B1A9E}" type="presParOf" srcId="{F218C177-24BE-4563-94D6-AAE05C5EE077}" destId="{C31A6F8D-73A1-4AF5-B19D-D75F5A222795}" srcOrd="2" destOrd="0" presId="urn:microsoft.com/office/officeart/2005/8/layout/vList2"/>
    <dgm:cxn modelId="{A274B675-EAF9-4759-BD4C-189E6B35957A}" type="presParOf" srcId="{F218C177-24BE-4563-94D6-AAE05C5EE077}" destId="{720A6371-07DD-4653-A1F4-2E84877C612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38E4E33-6656-416A-9F6D-8DB09FEB7F7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6A69D3F-5E9F-4042-8AB3-5EDE19219D48}">
      <dgm:prSet/>
      <dgm:spPr/>
      <dgm:t>
        <a:bodyPr/>
        <a:lstStyle/>
        <a:p>
          <a:r>
            <a:rPr lang="en-NG" b="1"/>
            <a:t>Make Your Website Feel Different</a:t>
          </a:r>
          <a:endParaRPr lang="en-US"/>
        </a:p>
      </dgm:t>
    </dgm:pt>
    <dgm:pt modelId="{6129019E-5657-4595-B375-1F39D16A6EFB}" type="parTrans" cxnId="{8C2370AB-D45B-4591-B20A-D81CD8DD2056}">
      <dgm:prSet/>
      <dgm:spPr/>
      <dgm:t>
        <a:bodyPr/>
        <a:lstStyle/>
        <a:p>
          <a:endParaRPr lang="en-US"/>
        </a:p>
      </dgm:t>
    </dgm:pt>
    <dgm:pt modelId="{44050258-1F94-4CF9-8EC7-AB7426AEE445}" type="sibTrans" cxnId="{8C2370AB-D45B-4591-B20A-D81CD8DD2056}">
      <dgm:prSet/>
      <dgm:spPr/>
      <dgm:t>
        <a:bodyPr/>
        <a:lstStyle/>
        <a:p>
          <a:endParaRPr lang="en-US"/>
        </a:p>
      </dgm:t>
    </dgm:pt>
    <dgm:pt modelId="{D605D177-32DD-475E-945E-5F2354EA0C56}">
      <dgm:prSet/>
      <dgm:spPr/>
      <dgm:t>
        <a:bodyPr/>
        <a:lstStyle/>
        <a:p>
          <a:r>
            <a:rPr lang="en-NG"/>
            <a:t>Joshua:</a:t>
          </a:r>
          <a:endParaRPr lang="en-US"/>
        </a:p>
      </dgm:t>
    </dgm:pt>
    <dgm:pt modelId="{90BDB80F-9FC6-45D2-B8B5-346247D51D2B}" type="parTrans" cxnId="{8D999BDE-FC94-49EC-9C46-98F06F29913D}">
      <dgm:prSet/>
      <dgm:spPr/>
      <dgm:t>
        <a:bodyPr/>
        <a:lstStyle/>
        <a:p>
          <a:endParaRPr lang="en-US"/>
        </a:p>
      </dgm:t>
    </dgm:pt>
    <dgm:pt modelId="{14EA003F-001A-49E1-A6BF-47021FACF2D4}" type="sibTrans" cxnId="{8D999BDE-FC94-49EC-9C46-98F06F29913D}">
      <dgm:prSet/>
      <dgm:spPr/>
      <dgm:t>
        <a:bodyPr/>
        <a:lstStyle/>
        <a:p>
          <a:endParaRPr lang="en-US"/>
        </a:p>
      </dgm:t>
    </dgm:pt>
    <dgm:pt modelId="{B7E02DD6-50EA-4DB7-AB09-3B40ADCDFE21}">
      <dgm:prSet/>
      <dgm:spPr/>
      <dgm:t>
        <a:bodyPr/>
        <a:lstStyle/>
        <a:p>
          <a:r>
            <a:rPr lang="en-NG"/>
            <a:t>Make AvatarVerse feel futuristic.</a:t>
          </a:r>
          <a:endParaRPr lang="en-US"/>
        </a:p>
      </dgm:t>
    </dgm:pt>
    <dgm:pt modelId="{3A810FFB-800C-4038-B02A-432C002F2D30}" type="parTrans" cxnId="{BBB3A469-7F8D-4468-9059-232FC6D0F325}">
      <dgm:prSet/>
      <dgm:spPr/>
      <dgm:t>
        <a:bodyPr/>
        <a:lstStyle/>
        <a:p>
          <a:endParaRPr lang="en-US"/>
        </a:p>
      </dgm:t>
    </dgm:pt>
    <dgm:pt modelId="{80033931-120B-4DAF-9400-0E6B0C1DD503}" type="sibTrans" cxnId="{BBB3A469-7F8D-4468-9059-232FC6D0F325}">
      <dgm:prSet/>
      <dgm:spPr/>
      <dgm:t>
        <a:bodyPr/>
        <a:lstStyle/>
        <a:p>
          <a:endParaRPr lang="en-US"/>
        </a:p>
      </dgm:t>
    </dgm:pt>
    <dgm:pt modelId="{FD375FD2-1A8B-461D-AB67-E01D699BEBBC}">
      <dgm:prSet/>
      <dgm:spPr/>
      <dgm:t>
        <a:bodyPr/>
        <a:lstStyle/>
        <a:p>
          <a:r>
            <a:rPr lang="en-NG"/>
            <a:t>Buyi:</a:t>
          </a:r>
          <a:endParaRPr lang="en-US"/>
        </a:p>
      </dgm:t>
    </dgm:pt>
    <dgm:pt modelId="{6AC5C5D7-DF02-440A-91FE-02D91B8F2EEB}" type="parTrans" cxnId="{BACB045B-1107-41F7-9DFD-DC6165699406}">
      <dgm:prSet/>
      <dgm:spPr/>
      <dgm:t>
        <a:bodyPr/>
        <a:lstStyle/>
        <a:p>
          <a:endParaRPr lang="en-US"/>
        </a:p>
      </dgm:t>
    </dgm:pt>
    <dgm:pt modelId="{CCC3114C-7FB1-45A4-97ED-1482B9B7C340}" type="sibTrans" cxnId="{BACB045B-1107-41F7-9DFD-DC6165699406}">
      <dgm:prSet/>
      <dgm:spPr/>
      <dgm:t>
        <a:bodyPr/>
        <a:lstStyle/>
        <a:p>
          <a:endParaRPr lang="en-US"/>
        </a:p>
      </dgm:t>
    </dgm:pt>
    <dgm:pt modelId="{AFDBB0EC-5C65-42F0-8829-3C48EAAAAB2F}">
      <dgm:prSet/>
      <dgm:spPr/>
      <dgm:t>
        <a:bodyPr/>
        <a:lstStyle/>
        <a:p>
          <a:r>
            <a:rPr lang="en-NG"/>
            <a:t>Make Footy Stats feel like a football analytics platform.</a:t>
          </a:r>
          <a:endParaRPr lang="en-US"/>
        </a:p>
      </dgm:t>
    </dgm:pt>
    <dgm:pt modelId="{38E552EC-9D79-4D47-B450-97D686D7A20C}" type="parTrans" cxnId="{1E3AAE55-7F8A-4460-9B1C-17B83E84302C}">
      <dgm:prSet/>
      <dgm:spPr/>
      <dgm:t>
        <a:bodyPr/>
        <a:lstStyle/>
        <a:p>
          <a:endParaRPr lang="en-US"/>
        </a:p>
      </dgm:t>
    </dgm:pt>
    <dgm:pt modelId="{93AE4609-5179-4FCE-A508-DDA7B17915C3}" type="sibTrans" cxnId="{1E3AAE55-7F8A-4460-9B1C-17B83E84302C}">
      <dgm:prSet/>
      <dgm:spPr/>
      <dgm:t>
        <a:bodyPr/>
        <a:lstStyle/>
        <a:p>
          <a:endParaRPr lang="en-US"/>
        </a:p>
      </dgm:t>
    </dgm:pt>
    <dgm:pt modelId="{4326BE3E-16A9-44D3-8BC2-C96F3E16D826}">
      <dgm:prSet/>
      <dgm:spPr/>
      <dgm:t>
        <a:bodyPr/>
        <a:lstStyle/>
        <a:p>
          <a:r>
            <a:rPr lang="en-NG"/>
            <a:t>John:</a:t>
          </a:r>
          <a:endParaRPr lang="en-US"/>
        </a:p>
      </dgm:t>
    </dgm:pt>
    <dgm:pt modelId="{E39A565C-1CEB-4A99-AABD-EC926FFFDC38}" type="parTrans" cxnId="{D50730D9-47F3-4B3C-B494-268D39AB667A}">
      <dgm:prSet/>
      <dgm:spPr/>
      <dgm:t>
        <a:bodyPr/>
        <a:lstStyle/>
        <a:p>
          <a:endParaRPr lang="en-US"/>
        </a:p>
      </dgm:t>
    </dgm:pt>
    <dgm:pt modelId="{8824B197-F56D-4A63-84C7-7B0B98CAF8C0}" type="sibTrans" cxnId="{D50730D9-47F3-4B3C-B494-268D39AB667A}">
      <dgm:prSet/>
      <dgm:spPr/>
      <dgm:t>
        <a:bodyPr/>
        <a:lstStyle/>
        <a:p>
          <a:endParaRPr lang="en-US"/>
        </a:p>
      </dgm:t>
    </dgm:pt>
    <dgm:pt modelId="{CCF5E2F1-A7E9-455E-87A9-EA468FC3E4AD}">
      <dgm:prSet/>
      <dgm:spPr/>
      <dgm:t>
        <a:bodyPr/>
        <a:lstStyle/>
        <a:p>
          <a:r>
            <a:rPr lang="en-NG"/>
            <a:t>Make The Long Way Home feel like an adventure game.</a:t>
          </a:r>
          <a:endParaRPr lang="en-US"/>
        </a:p>
      </dgm:t>
    </dgm:pt>
    <dgm:pt modelId="{4E3519C4-22AB-4678-9851-164275B21442}" type="parTrans" cxnId="{D7ADE206-2A62-4EE6-BDA0-1ABB6DE1CFD4}">
      <dgm:prSet/>
      <dgm:spPr/>
      <dgm:t>
        <a:bodyPr/>
        <a:lstStyle/>
        <a:p>
          <a:endParaRPr lang="en-US"/>
        </a:p>
      </dgm:t>
    </dgm:pt>
    <dgm:pt modelId="{70A12030-CBAD-482D-ACFC-98527D6BAA4B}" type="sibTrans" cxnId="{D7ADE206-2A62-4EE6-BDA0-1ABB6DE1CFD4}">
      <dgm:prSet/>
      <dgm:spPr/>
      <dgm:t>
        <a:bodyPr/>
        <a:lstStyle/>
        <a:p>
          <a:endParaRPr lang="en-US"/>
        </a:p>
      </dgm:t>
    </dgm:pt>
    <dgm:pt modelId="{9E30565A-43DE-4A3A-9131-BBA1A27B97DB}" type="pres">
      <dgm:prSet presAssocID="{438E4E33-6656-416A-9F6D-8DB09FEB7F7A}" presName="root" presStyleCnt="0">
        <dgm:presLayoutVars>
          <dgm:dir/>
          <dgm:resizeHandles val="exact"/>
        </dgm:presLayoutVars>
      </dgm:prSet>
      <dgm:spPr/>
    </dgm:pt>
    <dgm:pt modelId="{CC4DC921-77E8-4B76-9853-2254219CDE9F}" type="pres">
      <dgm:prSet presAssocID="{E6A69D3F-5E9F-4042-8AB3-5EDE19219D48}" presName="compNode" presStyleCnt="0"/>
      <dgm:spPr/>
    </dgm:pt>
    <dgm:pt modelId="{C770C614-AD31-4E8F-A91C-D2C68CFE163E}" type="pres">
      <dgm:prSet presAssocID="{E6A69D3F-5E9F-4042-8AB3-5EDE19219D48}" presName="bgRect" presStyleLbl="bgShp" presStyleIdx="0" presStyleCnt="4"/>
      <dgm:spPr/>
    </dgm:pt>
    <dgm:pt modelId="{F95D0A42-F020-4E99-8DEC-EC640FB94C7F}" type="pres">
      <dgm:prSet presAssocID="{E6A69D3F-5E9F-4042-8AB3-5EDE19219D4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C0026089-5E29-411F-BE43-36675035F904}" type="pres">
      <dgm:prSet presAssocID="{E6A69D3F-5E9F-4042-8AB3-5EDE19219D48}" presName="spaceRect" presStyleCnt="0"/>
      <dgm:spPr/>
    </dgm:pt>
    <dgm:pt modelId="{875479E9-61B1-4331-BB37-3B224920BCD0}" type="pres">
      <dgm:prSet presAssocID="{E6A69D3F-5E9F-4042-8AB3-5EDE19219D48}" presName="parTx" presStyleLbl="revTx" presStyleIdx="0" presStyleCnt="7">
        <dgm:presLayoutVars>
          <dgm:chMax val="0"/>
          <dgm:chPref val="0"/>
        </dgm:presLayoutVars>
      </dgm:prSet>
      <dgm:spPr/>
    </dgm:pt>
    <dgm:pt modelId="{C8D4CB8C-9176-46F8-BF7A-E39AB0537466}" type="pres">
      <dgm:prSet presAssocID="{44050258-1F94-4CF9-8EC7-AB7426AEE445}" presName="sibTrans" presStyleCnt="0"/>
      <dgm:spPr/>
    </dgm:pt>
    <dgm:pt modelId="{BFB2A77A-690B-4D31-9AC6-F134EDB43204}" type="pres">
      <dgm:prSet presAssocID="{D605D177-32DD-475E-945E-5F2354EA0C56}" presName="compNode" presStyleCnt="0"/>
      <dgm:spPr/>
    </dgm:pt>
    <dgm:pt modelId="{51BC877E-5666-4DBD-9B7E-E51316EA1970}" type="pres">
      <dgm:prSet presAssocID="{D605D177-32DD-475E-945E-5F2354EA0C56}" presName="bgRect" presStyleLbl="bgShp" presStyleIdx="1" presStyleCnt="4"/>
      <dgm:spPr/>
    </dgm:pt>
    <dgm:pt modelId="{26EEBB99-E12D-4FD3-ADC7-2FB77BE3EB23}" type="pres">
      <dgm:prSet presAssocID="{D605D177-32DD-475E-945E-5F2354EA0C5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Lock"/>
        </a:ext>
      </dgm:extLst>
    </dgm:pt>
    <dgm:pt modelId="{EC6CFC29-984C-4814-908D-E573E201B4AD}" type="pres">
      <dgm:prSet presAssocID="{D605D177-32DD-475E-945E-5F2354EA0C56}" presName="spaceRect" presStyleCnt="0"/>
      <dgm:spPr/>
    </dgm:pt>
    <dgm:pt modelId="{BA2C5848-6653-417D-9739-F85DD6FE5140}" type="pres">
      <dgm:prSet presAssocID="{D605D177-32DD-475E-945E-5F2354EA0C56}" presName="parTx" presStyleLbl="revTx" presStyleIdx="1" presStyleCnt="7">
        <dgm:presLayoutVars>
          <dgm:chMax val="0"/>
          <dgm:chPref val="0"/>
        </dgm:presLayoutVars>
      </dgm:prSet>
      <dgm:spPr/>
    </dgm:pt>
    <dgm:pt modelId="{E5013AFB-33D8-4971-8688-3002BE3FCCE5}" type="pres">
      <dgm:prSet presAssocID="{D605D177-32DD-475E-945E-5F2354EA0C56}" presName="desTx" presStyleLbl="revTx" presStyleIdx="2" presStyleCnt="7">
        <dgm:presLayoutVars/>
      </dgm:prSet>
      <dgm:spPr/>
    </dgm:pt>
    <dgm:pt modelId="{3AB38403-461A-4C0C-ADAD-148EF78BE595}" type="pres">
      <dgm:prSet presAssocID="{14EA003F-001A-49E1-A6BF-47021FACF2D4}" presName="sibTrans" presStyleCnt="0"/>
      <dgm:spPr/>
    </dgm:pt>
    <dgm:pt modelId="{B0DE7EC0-5DE6-4ED0-A467-D97A2A97FAE2}" type="pres">
      <dgm:prSet presAssocID="{FD375FD2-1A8B-461D-AB67-E01D699BEBBC}" presName="compNode" presStyleCnt="0"/>
      <dgm:spPr/>
    </dgm:pt>
    <dgm:pt modelId="{F15DA9AF-8971-44B3-853D-FC80FB2D4DD6}" type="pres">
      <dgm:prSet presAssocID="{FD375FD2-1A8B-461D-AB67-E01D699BEBBC}" presName="bgRect" presStyleLbl="bgShp" presStyleIdx="2" presStyleCnt="4"/>
      <dgm:spPr/>
    </dgm:pt>
    <dgm:pt modelId="{CCD88272-3D0C-4AFE-BCB2-6C56ED055329}" type="pres">
      <dgm:prSet presAssocID="{FD375FD2-1A8B-461D-AB67-E01D699BEBB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ball"/>
        </a:ext>
      </dgm:extLst>
    </dgm:pt>
    <dgm:pt modelId="{5F562F38-7DDC-4810-AF62-9D00DFBEEA82}" type="pres">
      <dgm:prSet presAssocID="{FD375FD2-1A8B-461D-AB67-E01D699BEBBC}" presName="spaceRect" presStyleCnt="0"/>
      <dgm:spPr/>
    </dgm:pt>
    <dgm:pt modelId="{E4027F76-B934-4B31-96CD-8A7CDD558407}" type="pres">
      <dgm:prSet presAssocID="{FD375FD2-1A8B-461D-AB67-E01D699BEBBC}" presName="parTx" presStyleLbl="revTx" presStyleIdx="3" presStyleCnt="7">
        <dgm:presLayoutVars>
          <dgm:chMax val="0"/>
          <dgm:chPref val="0"/>
        </dgm:presLayoutVars>
      </dgm:prSet>
      <dgm:spPr/>
    </dgm:pt>
    <dgm:pt modelId="{E85DE1FF-8590-471F-9894-477F00339443}" type="pres">
      <dgm:prSet presAssocID="{FD375FD2-1A8B-461D-AB67-E01D699BEBBC}" presName="desTx" presStyleLbl="revTx" presStyleIdx="4" presStyleCnt="7">
        <dgm:presLayoutVars/>
      </dgm:prSet>
      <dgm:spPr/>
    </dgm:pt>
    <dgm:pt modelId="{522651E1-D850-4367-A4A3-311E9D6AB2DC}" type="pres">
      <dgm:prSet presAssocID="{CCC3114C-7FB1-45A4-97ED-1482B9B7C340}" presName="sibTrans" presStyleCnt="0"/>
      <dgm:spPr/>
    </dgm:pt>
    <dgm:pt modelId="{D37C05AF-A4E7-40E1-9CFE-71B3E08A4731}" type="pres">
      <dgm:prSet presAssocID="{4326BE3E-16A9-44D3-8BC2-C96F3E16D826}" presName="compNode" presStyleCnt="0"/>
      <dgm:spPr/>
    </dgm:pt>
    <dgm:pt modelId="{55305F08-CD6D-4341-8551-CDE32D10C2CD}" type="pres">
      <dgm:prSet presAssocID="{4326BE3E-16A9-44D3-8BC2-C96F3E16D826}" presName="bgRect" presStyleLbl="bgShp" presStyleIdx="3" presStyleCnt="4"/>
      <dgm:spPr/>
    </dgm:pt>
    <dgm:pt modelId="{8D44C57B-EC0E-46CD-9FA6-20DA7B949352}" type="pres">
      <dgm:prSet presAssocID="{4326BE3E-16A9-44D3-8BC2-C96F3E16D82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4C24A9AF-ADD7-4350-B3B6-8F70F8B332CC}" type="pres">
      <dgm:prSet presAssocID="{4326BE3E-16A9-44D3-8BC2-C96F3E16D826}" presName="spaceRect" presStyleCnt="0"/>
      <dgm:spPr/>
    </dgm:pt>
    <dgm:pt modelId="{DD9385E9-1D5A-4C90-BDC7-7C544376BCD5}" type="pres">
      <dgm:prSet presAssocID="{4326BE3E-16A9-44D3-8BC2-C96F3E16D826}" presName="parTx" presStyleLbl="revTx" presStyleIdx="5" presStyleCnt="7">
        <dgm:presLayoutVars>
          <dgm:chMax val="0"/>
          <dgm:chPref val="0"/>
        </dgm:presLayoutVars>
      </dgm:prSet>
      <dgm:spPr/>
    </dgm:pt>
    <dgm:pt modelId="{F8F5F701-5C44-43DD-8933-62CD7A999204}" type="pres">
      <dgm:prSet presAssocID="{4326BE3E-16A9-44D3-8BC2-C96F3E16D826}" presName="desTx" presStyleLbl="revTx" presStyleIdx="6" presStyleCnt="7">
        <dgm:presLayoutVars/>
      </dgm:prSet>
      <dgm:spPr/>
    </dgm:pt>
  </dgm:ptLst>
  <dgm:cxnLst>
    <dgm:cxn modelId="{D7ADE206-2A62-4EE6-BDA0-1ABB6DE1CFD4}" srcId="{4326BE3E-16A9-44D3-8BC2-C96F3E16D826}" destId="{CCF5E2F1-A7E9-455E-87A9-EA468FC3E4AD}" srcOrd="0" destOrd="0" parTransId="{4E3519C4-22AB-4678-9851-164275B21442}" sibTransId="{70A12030-CBAD-482D-ACFC-98527D6BAA4B}"/>
    <dgm:cxn modelId="{E694962C-AFC4-4180-9712-BFCBD8BAC075}" type="presOf" srcId="{E6A69D3F-5E9F-4042-8AB3-5EDE19219D48}" destId="{875479E9-61B1-4331-BB37-3B224920BCD0}" srcOrd="0" destOrd="0" presId="urn:microsoft.com/office/officeart/2018/2/layout/IconVerticalSolidList"/>
    <dgm:cxn modelId="{778D132D-7A2E-4528-9105-D5C227676B35}" type="presOf" srcId="{D605D177-32DD-475E-945E-5F2354EA0C56}" destId="{BA2C5848-6653-417D-9739-F85DD6FE5140}" srcOrd="0" destOrd="0" presId="urn:microsoft.com/office/officeart/2018/2/layout/IconVerticalSolidList"/>
    <dgm:cxn modelId="{BACB045B-1107-41F7-9DFD-DC6165699406}" srcId="{438E4E33-6656-416A-9F6D-8DB09FEB7F7A}" destId="{FD375FD2-1A8B-461D-AB67-E01D699BEBBC}" srcOrd="2" destOrd="0" parTransId="{6AC5C5D7-DF02-440A-91FE-02D91B8F2EEB}" sibTransId="{CCC3114C-7FB1-45A4-97ED-1482B9B7C340}"/>
    <dgm:cxn modelId="{22B15967-211B-49E4-947A-0AEFEBAC24D8}" type="presOf" srcId="{FD375FD2-1A8B-461D-AB67-E01D699BEBBC}" destId="{E4027F76-B934-4B31-96CD-8A7CDD558407}" srcOrd="0" destOrd="0" presId="urn:microsoft.com/office/officeart/2018/2/layout/IconVerticalSolidList"/>
    <dgm:cxn modelId="{BBB3A469-7F8D-4468-9059-232FC6D0F325}" srcId="{D605D177-32DD-475E-945E-5F2354EA0C56}" destId="{B7E02DD6-50EA-4DB7-AB09-3B40ADCDFE21}" srcOrd="0" destOrd="0" parTransId="{3A810FFB-800C-4038-B02A-432C002F2D30}" sibTransId="{80033931-120B-4DAF-9400-0E6B0C1DD503}"/>
    <dgm:cxn modelId="{1E3AAE55-7F8A-4460-9B1C-17B83E84302C}" srcId="{FD375FD2-1A8B-461D-AB67-E01D699BEBBC}" destId="{AFDBB0EC-5C65-42F0-8829-3C48EAAAAB2F}" srcOrd="0" destOrd="0" parTransId="{38E552EC-9D79-4D47-B450-97D686D7A20C}" sibTransId="{93AE4609-5179-4FCE-A508-DDA7B17915C3}"/>
    <dgm:cxn modelId="{2851FAA4-7C7B-47A0-9812-2796BFC8B956}" type="presOf" srcId="{CCF5E2F1-A7E9-455E-87A9-EA468FC3E4AD}" destId="{F8F5F701-5C44-43DD-8933-62CD7A999204}" srcOrd="0" destOrd="0" presId="urn:microsoft.com/office/officeart/2018/2/layout/IconVerticalSolidList"/>
    <dgm:cxn modelId="{8C2370AB-D45B-4591-B20A-D81CD8DD2056}" srcId="{438E4E33-6656-416A-9F6D-8DB09FEB7F7A}" destId="{E6A69D3F-5E9F-4042-8AB3-5EDE19219D48}" srcOrd="0" destOrd="0" parTransId="{6129019E-5657-4595-B375-1F39D16A6EFB}" sibTransId="{44050258-1F94-4CF9-8EC7-AB7426AEE445}"/>
    <dgm:cxn modelId="{8FD420BB-623E-40B1-BA60-0701886AA0B6}" type="presOf" srcId="{438E4E33-6656-416A-9F6D-8DB09FEB7F7A}" destId="{9E30565A-43DE-4A3A-9131-BBA1A27B97DB}" srcOrd="0" destOrd="0" presId="urn:microsoft.com/office/officeart/2018/2/layout/IconVerticalSolidList"/>
    <dgm:cxn modelId="{52AF57D6-671E-4AB8-8771-3DBE91F92A21}" type="presOf" srcId="{AFDBB0EC-5C65-42F0-8829-3C48EAAAAB2F}" destId="{E85DE1FF-8590-471F-9894-477F00339443}" srcOrd="0" destOrd="0" presId="urn:microsoft.com/office/officeart/2018/2/layout/IconVerticalSolidList"/>
    <dgm:cxn modelId="{D50730D9-47F3-4B3C-B494-268D39AB667A}" srcId="{438E4E33-6656-416A-9F6D-8DB09FEB7F7A}" destId="{4326BE3E-16A9-44D3-8BC2-C96F3E16D826}" srcOrd="3" destOrd="0" parTransId="{E39A565C-1CEB-4A99-AABD-EC926FFFDC38}" sibTransId="{8824B197-F56D-4A63-84C7-7B0B98CAF8C0}"/>
    <dgm:cxn modelId="{8D999BDE-FC94-49EC-9C46-98F06F29913D}" srcId="{438E4E33-6656-416A-9F6D-8DB09FEB7F7A}" destId="{D605D177-32DD-475E-945E-5F2354EA0C56}" srcOrd="1" destOrd="0" parTransId="{90BDB80F-9FC6-45D2-B8B5-346247D51D2B}" sibTransId="{14EA003F-001A-49E1-A6BF-47021FACF2D4}"/>
    <dgm:cxn modelId="{88D027F8-535A-44AB-874C-C9E55BBF77EF}" type="presOf" srcId="{B7E02DD6-50EA-4DB7-AB09-3B40ADCDFE21}" destId="{E5013AFB-33D8-4971-8688-3002BE3FCCE5}" srcOrd="0" destOrd="0" presId="urn:microsoft.com/office/officeart/2018/2/layout/IconVerticalSolidList"/>
    <dgm:cxn modelId="{8C7C8AFE-A977-41A9-828C-294F4A471024}" type="presOf" srcId="{4326BE3E-16A9-44D3-8BC2-C96F3E16D826}" destId="{DD9385E9-1D5A-4C90-BDC7-7C544376BCD5}" srcOrd="0" destOrd="0" presId="urn:microsoft.com/office/officeart/2018/2/layout/IconVerticalSolidList"/>
    <dgm:cxn modelId="{E9CCCAF6-0971-4327-97A4-2314B9AF5289}" type="presParOf" srcId="{9E30565A-43DE-4A3A-9131-BBA1A27B97DB}" destId="{CC4DC921-77E8-4B76-9853-2254219CDE9F}" srcOrd="0" destOrd="0" presId="urn:microsoft.com/office/officeart/2018/2/layout/IconVerticalSolidList"/>
    <dgm:cxn modelId="{9E042365-B1A9-454B-BE5E-C67D2BE6798B}" type="presParOf" srcId="{CC4DC921-77E8-4B76-9853-2254219CDE9F}" destId="{C770C614-AD31-4E8F-A91C-D2C68CFE163E}" srcOrd="0" destOrd="0" presId="urn:microsoft.com/office/officeart/2018/2/layout/IconVerticalSolidList"/>
    <dgm:cxn modelId="{3F647773-29AC-451D-AC88-A61C7319479B}" type="presParOf" srcId="{CC4DC921-77E8-4B76-9853-2254219CDE9F}" destId="{F95D0A42-F020-4E99-8DEC-EC640FB94C7F}" srcOrd="1" destOrd="0" presId="urn:microsoft.com/office/officeart/2018/2/layout/IconVerticalSolidList"/>
    <dgm:cxn modelId="{9554FE57-5F72-4D55-9675-CAE6342CCFC9}" type="presParOf" srcId="{CC4DC921-77E8-4B76-9853-2254219CDE9F}" destId="{C0026089-5E29-411F-BE43-36675035F904}" srcOrd="2" destOrd="0" presId="urn:microsoft.com/office/officeart/2018/2/layout/IconVerticalSolidList"/>
    <dgm:cxn modelId="{449F680B-B612-4FD9-A70D-B794A1AE21EE}" type="presParOf" srcId="{CC4DC921-77E8-4B76-9853-2254219CDE9F}" destId="{875479E9-61B1-4331-BB37-3B224920BCD0}" srcOrd="3" destOrd="0" presId="urn:microsoft.com/office/officeart/2018/2/layout/IconVerticalSolidList"/>
    <dgm:cxn modelId="{0B3C854E-B4E1-446B-93D7-AE442EC0B808}" type="presParOf" srcId="{9E30565A-43DE-4A3A-9131-BBA1A27B97DB}" destId="{C8D4CB8C-9176-46F8-BF7A-E39AB0537466}" srcOrd="1" destOrd="0" presId="urn:microsoft.com/office/officeart/2018/2/layout/IconVerticalSolidList"/>
    <dgm:cxn modelId="{B09A6805-5DC5-44E6-A88F-0EC4743A1DEA}" type="presParOf" srcId="{9E30565A-43DE-4A3A-9131-BBA1A27B97DB}" destId="{BFB2A77A-690B-4D31-9AC6-F134EDB43204}" srcOrd="2" destOrd="0" presId="urn:microsoft.com/office/officeart/2018/2/layout/IconVerticalSolidList"/>
    <dgm:cxn modelId="{E7A37A98-EC43-46DE-BD79-E14B9609AACF}" type="presParOf" srcId="{BFB2A77A-690B-4D31-9AC6-F134EDB43204}" destId="{51BC877E-5666-4DBD-9B7E-E51316EA1970}" srcOrd="0" destOrd="0" presId="urn:microsoft.com/office/officeart/2018/2/layout/IconVerticalSolidList"/>
    <dgm:cxn modelId="{9E676A69-2346-4C87-A93B-ACFB26D8ED81}" type="presParOf" srcId="{BFB2A77A-690B-4D31-9AC6-F134EDB43204}" destId="{26EEBB99-E12D-4FD3-ADC7-2FB77BE3EB23}" srcOrd="1" destOrd="0" presId="urn:microsoft.com/office/officeart/2018/2/layout/IconVerticalSolidList"/>
    <dgm:cxn modelId="{8E7726C5-CDE8-4D61-BF3B-92E8BBC1BA9F}" type="presParOf" srcId="{BFB2A77A-690B-4D31-9AC6-F134EDB43204}" destId="{EC6CFC29-984C-4814-908D-E573E201B4AD}" srcOrd="2" destOrd="0" presId="urn:microsoft.com/office/officeart/2018/2/layout/IconVerticalSolidList"/>
    <dgm:cxn modelId="{1D8E8E59-9DFC-446D-98A3-203E54436EB6}" type="presParOf" srcId="{BFB2A77A-690B-4D31-9AC6-F134EDB43204}" destId="{BA2C5848-6653-417D-9739-F85DD6FE5140}" srcOrd="3" destOrd="0" presId="urn:microsoft.com/office/officeart/2018/2/layout/IconVerticalSolidList"/>
    <dgm:cxn modelId="{4B7080A0-9552-4550-A020-DD08ED0C4BAF}" type="presParOf" srcId="{BFB2A77A-690B-4D31-9AC6-F134EDB43204}" destId="{E5013AFB-33D8-4971-8688-3002BE3FCCE5}" srcOrd="4" destOrd="0" presId="urn:microsoft.com/office/officeart/2018/2/layout/IconVerticalSolidList"/>
    <dgm:cxn modelId="{A95807B6-9594-44E5-BC06-AE7A4B069BEB}" type="presParOf" srcId="{9E30565A-43DE-4A3A-9131-BBA1A27B97DB}" destId="{3AB38403-461A-4C0C-ADAD-148EF78BE595}" srcOrd="3" destOrd="0" presId="urn:microsoft.com/office/officeart/2018/2/layout/IconVerticalSolidList"/>
    <dgm:cxn modelId="{26413B6D-B769-4C63-8E2D-0FC10E913409}" type="presParOf" srcId="{9E30565A-43DE-4A3A-9131-BBA1A27B97DB}" destId="{B0DE7EC0-5DE6-4ED0-A467-D97A2A97FAE2}" srcOrd="4" destOrd="0" presId="urn:microsoft.com/office/officeart/2018/2/layout/IconVerticalSolidList"/>
    <dgm:cxn modelId="{D59310F5-0299-40D9-A9D5-691F8A5D1CF4}" type="presParOf" srcId="{B0DE7EC0-5DE6-4ED0-A467-D97A2A97FAE2}" destId="{F15DA9AF-8971-44B3-853D-FC80FB2D4DD6}" srcOrd="0" destOrd="0" presId="urn:microsoft.com/office/officeart/2018/2/layout/IconVerticalSolidList"/>
    <dgm:cxn modelId="{61D42266-DCE0-43F7-9641-AF95FBD4AAB6}" type="presParOf" srcId="{B0DE7EC0-5DE6-4ED0-A467-D97A2A97FAE2}" destId="{CCD88272-3D0C-4AFE-BCB2-6C56ED055329}" srcOrd="1" destOrd="0" presId="urn:microsoft.com/office/officeart/2018/2/layout/IconVerticalSolidList"/>
    <dgm:cxn modelId="{5C1A5B76-9650-40D8-89D6-710F4D61BB4F}" type="presParOf" srcId="{B0DE7EC0-5DE6-4ED0-A467-D97A2A97FAE2}" destId="{5F562F38-7DDC-4810-AF62-9D00DFBEEA82}" srcOrd="2" destOrd="0" presId="urn:microsoft.com/office/officeart/2018/2/layout/IconVerticalSolidList"/>
    <dgm:cxn modelId="{C4C93307-1FDD-4C9C-92E7-E261049EB753}" type="presParOf" srcId="{B0DE7EC0-5DE6-4ED0-A467-D97A2A97FAE2}" destId="{E4027F76-B934-4B31-96CD-8A7CDD558407}" srcOrd="3" destOrd="0" presId="urn:microsoft.com/office/officeart/2018/2/layout/IconVerticalSolidList"/>
    <dgm:cxn modelId="{F0C8FB41-C374-4466-86D6-A0A440D41E8B}" type="presParOf" srcId="{B0DE7EC0-5DE6-4ED0-A467-D97A2A97FAE2}" destId="{E85DE1FF-8590-471F-9894-477F00339443}" srcOrd="4" destOrd="0" presId="urn:microsoft.com/office/officeart/2018/2/layout/IconVerticalSolidList"/>
    <dgm:cxn modelId="{12D125D2-22C0-4BBE-BCD0-FA36FBDB8D90}" type="presParOf" srcId="{9E30565A-43DE-4A3A-9131-BBA1A27B97DB}" destId="{522651E1-D850-4367-A4A3-311E9D6AB2DC}" srcOrd="5" destOrd="0" presId="urn:microsoft.com/office/officeart/2018/2/layout/IconVerticalSolidList"/>
    <dgm:cxn modelId="{41B75E22-C663-4E92-8D0A-3FC3A5A3F216}" type="presParOf" srcId="{9E30565A-43DE-4A3A-9131-BBA1A27B97DB}" destId="{D37C05AF-A4E7-40E1-9CFE-71B3E08A4731}" srcOrd="6" destOrd="0" presId="urn:microsoft.com/office/officeart/2018/2/layout/IconVerticalSolidList"/>
    <dgm:cxn modelId="{88AE2EC1-038D-41AE-8AAB-C632256B1E30}" type="presParOf" srcId="{D37C05AF-A4E7-40E1-9CFE-71B3E08A4731}" destId="{55305F08-CD6D-4341-8551-CDE32D10C2CD}" srcOrd="0" destOrd="0" presId="urn:microsoft.com/office/officeart/2018/2/layout/IconVerticalSolidList"/>
    <dgm:cxn modelId="{36E957CF-D194-4605-B61E-BE079C9E1AE5}" type="presParOf" srcId="{D37C05AF-A4E7-40E1-9CFE-71B3E08A4731}" destId="{8D44C57B-EC0E-46CD-9FA6-20DA7B949352}" srcOrd="1" destOrd="0" presId="urn:microsoft.com/office/officeart/2018/2/layout/IconVerticalSolidList"/>
    <dgm:cxn modelId="{380882F9-2984-4054-B0FE-C5080A70B4EB}" type="presParOf" srcId="{D37C05AF-A4E7-40E1-9CFE-71B3E08A4731}" destId="{4C24A9AF-ADD7-4350-B3B6-8F70F8B332CC}" srcOrd="2" destOrd="0" presId="urn:microsoft.com/office/officeart/2018/2/layout/IconVerticalSolidList"/>
    <dgm:cxn modelId="{A2631FB1-59EA-4021-8CB5-E49F2FEC8318}" type="presParOf" srcId="{D37C05AF-A4E7-40E1-9CFE-71B3E08A4731}" destId="{DD9385E9-1D5A-4C90-BDC7-7C544376BCD5}" srcOrd="3" destOrd="0" presId="urn:microsoft.com/office/officeart/2018/2/layout/IconVerticalSolidList"/>
    <dgm:cxn modelId="{79D9D47C-6EC5-4391-B3E2-6302DDCDEBA6}" type="presParOf" srcId="{D37C05AF-A4E7-40E1-9CFE-71B3E08A4731}" destId="{F8F5F701-5C44-43DD-8933-62CD7A99920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590725-9D4C-485B-AACC-9675D34A16AC}">
      <dsp:nvSpPr>
        <dsp:cNvPr id="0" name=""/>
        <dsp:cNvSpPr/>
      </dsp:nvSpPr>
      <dsp:spPr>
        <a:xfrm>
          <a:off x="0" y="92315"/>
          <a:ext cx="10984832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800" kern="1200"/>
            <a:t>CSS uses a simple pattern:</a:t>
          </a:r>
          <a:endParaRPr lang="en-US" sz="1800" kern="1200"/>
        </a:p>
      </dsp:txBody>
      <dsp:txXfrm>
        <a:off x="20561" y="112876"/>
        <a:ext cx="10943710" cy="380078"/>
      </dsp:txXfrm>
    </dsp:sp>
    <dsp:sp modelId="{9E8E3056-3F7D-43FC-BE98-F442165B51C9}">
      <dsp:nvSpPr>
        <dsp:cNvPr id="0" name=""/>
        <dsp:cNvSpPr/>
      </dsp:nvSpPr>
      <dsp:spPr>
        <a:xfrm>
          <a:off x="0" y="513515"/>
          <a:ext cx="10984832" cy="689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76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1400" kern="1200"/>
            <a:t>selector {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1400" kern="1200"/>
            <a:t>property: value;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1400" kern="1200"/>
            <a:t>}</a:t>
          </a:r>
          <a:endParaRPr lang="en-US" sz="1400" kern="1200"/>
        </a:p>
      </dsp:txBody>
      <dsp:txXfrm>
        <a:off x="0" y="513515"/>
        <a:ext cx="10984832" cy="689310"/>
      </dsp:txXfrm>
    </dsp:sp>
    <dsp:sp modelId="{7D00D209-CCE4-4514-A399-8B7E4E0D4A23}">
      <dsp:nvSpPr>
        <dsp:cNvPr id="0" name=""/>
        <dsp:cNvSpPr/>
      </dsp:nvSpPr>
      <dsp:spPr>
        <a:xfrm>
          <a:off x="0" y="1202825"/>
          <a:ext cx="10984832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800" kern="1200"/>
            <a:t>Example:</a:t>
          </a:r>
          <a:endParaRPr lang="en-US" sz="1800" kern="1200"/>
        </a:p>
      </dsp:txBody>
      <dsp:txXfrm>
        <a:off x="20561" y="1223386"/>
        <a:ext cx="10943710" cy="380078"/>
      </dsp:txXfrm>
    </dsp:sp>
    <dsp:sp modelId="{D5D250D4-E065-4EEC-97F1-EFACD60FEA16}">
      <dsp:nvSpPr>
        <dsp:cNvPr id="0" name=""/>
        <dsp:cNvSpPr/>
      </dsp:nvSpPr>
      <dsp:spPr>
        <a:xfrm>
          <a:off x="0" y="1624025"/>
          <a:ext cx="10984832" cy="689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76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1400" kern="1200"/>
            <a:t>h1 {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1400" kern="1200"/>
            <a:t>color: blue;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1400" kern="1200"/>
            <a:t>}</a:t>
          </a:r>
          <a:endParaRPr lang="en-US" sz="1400" kern="1200"/>
        </a:p>
      </dsp:txBody>
      <dsp:txXfrm>
        <a:off x="0" y="1624025"/>
        <a:ext cx="10984832" cy="689310"/>
      </dsp:txXfrm>
    </dsp:sp>
    <dsp:sp modelId="{0BE61EB5-527E-4458-BDA4-CFE342EED2D0}">
      <dsp:nvSpPr>
        <dsp:cNvPr id="0" name=""/>
        <dsp:cNvSpPr/>
      </dsp:nvSpPr>
      <dsp:spPr>
        <a:xfrm>
          <a:off x="0" y="2313335"/>
          <a:ext cx="10984832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800" b="1" kern="1200"/>
            <a:t>Selector</a:t>
          </a:r>
          <a:endParaRPr lang="en-US" sz="1800" kern="1200"/>
        </a:p>
      </dsp:txBody>
      <dsp:txXfrm>
        <a:off x="20561" y="2333896"/>
        <a:ext cx="10943710" cy="380078"/>
      </dsp:txXfrm>
    </dsp:sp>
    <dsp:sp modelId="{421BC05D-EF87-43B4-8407-21181D871C18}">
      <dsp:nvSpPr>
        <dsp:cNvPr id="0" name=""/>
        <dsp:cNvSpPr/>
      </dsp:nvSpPr>
      <dsp:spPr>
        <a:xfrm>
          <a:off x="0" y="2734535"/>
          <a:ext cx="10984832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76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1400" kern="1200"/>
            <a:t>h1</a:t>
          </a:r>
          <a:endParaRPr lang="en-US" sz="1400" kern="1200"/>
        </a:p>
      </dsp:txBody>
      <dsp:txXfrm>
        <a:off x="0" y="2734535"/>
        <a:ext cx="10984832" cy="298080"/>
      </dsp:txXfrm>
    </dsp:sp>
    <dsp:sp modelId="{5D99A4FF-374A-4949-A5A4-0C066A0E2DB3}">
      <dsp:nvSpPr>
        <dsp:cNvPr id="0" name=""/>
        <dsp:cNvSpPr/>
      </dsp:nvSpPr>
      <dsp:spPr>
        <a:xfrm>
          <a:off x="0" y="3032615"/>
          <a:ext cx="10984832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800" b="1" kern="1200"/>
            <a:t>Property</a:t>
          </a:r>
          <a:endParaRPr lang="en-US" sz="1800" kern="1200"/>
        </a:p>
      </dsp:txBody>
      <dsp:txXfrm>
        <a:off x="20561" y="3053176"/>
        <a:ext cx="10943710" cy="380078"/>
      </dsp:txXfrm>
    </dsp:sp>
    <dsp:sp modelId="{4E75F42E-D3A0-4F0F-B5F3-980985F4757E}">
      <dsp:nvSpPr>
        <dsp:cNvPr id="0" name=""/>
        <dsp:cNvSpPr/>
      </dsp:nvSpPr>
      <dsp:spPr>
        <a:xfrm>
          <a:off x="0" y="3453815"/>
          <a:ext cx="10984832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76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1400" kern="1200"/>
            <a:t>color</a:t>
          </a:r>
          <a:endParaRPr lang="en-US" sz="1400" kern="1200"/>
        </a:p>
      </dsp:txBody>
      <dsp:txXfrm>
        <a:off x="0" y="3453815"/>
        <a:ext cx="10984832" cy="298080"/>
      </dsp:txXfrm>
    </dsp:sp>
    <dsp:sp modelId="{ECF39245-7F19-4B28-BD0A-50C9BC36406C}">
      <dsp:nvSpPr>
        <dsp:cNvPr id="0" name=""/>
        <dsp:cNvSpPr/>
      </dsp:nvSpPr>
      <dsp:spPr>
        <a:xfrm>
          <a:off x="0" y="3751895"/>
          <a:ext cx="10984832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800" b="1" kern="1200"/>
            <a:t>Value</a:t>
          </a:r>
          <a:endParaRPr lang="en-US" sz="1800" kern="1200"/>
        </a:p>
      </dsp:txBody>
      <dsp:txXfrm>
        <a:off x="20561" y="3772456"/>
        <a:ext cx="10943710" cy="380078"/>
      </dsp:txXfrm>
    </dsp:sp>
    <dsp:sp modelId="{B6F20F9C-B231-4EA7-BB92-97F435B73A28}">
      <dsp:nvSpPr>
        <dsp:cNvPr id="0" name=""/>
        <dsp:cNvSpPr/>
      </dsp:nvSpPr>
      <dsp:spPr>
        <a:xfrm>
          <a:off x="0" y="4173095"/>
          <a:ext cx="10984832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76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1400" kern="1200"/>
            <a:t>blue</a:t>
          </a:r>
          <a:endParaRPr lang="en-US" sz="1400" kern="1200"/>
        </a:p>
      </dsp:txBody>
      <dsp:txXfrm>
        <a:off x="0" y="4173095"/>
        <a:ext cx="10984832" cy="2980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41764-3DA5-47DC-A5C8-444A372369D0}">
      <dsp:nvSpPr>
        <dsp:cNvPr id="0" name=""/>
        <dsp:cNvSpPr/>
      </dsp:nvSpPr>
      <dsp:spPr>
        <a:xfrm>
          <a:off x="0" y="3427105"/>
          <a:ext cx="5811128" cy="224855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900" kern="1200"/>
            <a:t>We can also use:</a:t>
          </a:r>
          <a:endParaRPr lang="en-US" sz="2900" kern="1200"/>
        </a:p>
      </dsp:txBody>
      <dsp:txXfrm>
        <a:off x="0" y="3427105"/>
        <a:ext cx="5811128" cy="1214218"/>
      </dsp:txXfrm>
    </dsp:sp>
    <dsp:sp modelId="{82176E2D-C3B0-4570-ADE7-07E9D9C4805A}">
      <dsp:nvSpPr>
        <dsp:cNvPr id="0" name=""/>
        <dsp:cNvSpPr/>
      </dsp:nvSpPr>
      <dsp:spPr>
        <a:xfrm>
          <a:off x="0" y="4596353"/>
          <a:ext cx="5811128" cy="103433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920" tIns="44450" rIns="24892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3500" kern="1200"/>
            <a:t>color: #00ffff;</a:t>
          </a:r>
          <a:endParaRPr lang="en-US" sz="3500" kern="1200"/>
        </a:p>
      </dsp:txBody>
      <dsp:txXfrm>
        <a:off x="0" y="4596353"/>
        <a:ext cx="5811128" cy="1034334"/>
      </dsp:txXfrm>
    </dsp:sp>
    <dsp:sp modelId="{426CF315-C56A-48C1-BE71-6AB32342FA94}">
      <dsp:nvSpPr>
        <dsp:cNvPr id="0" name=""/>
        <dsp:cNvSpPr/>
      </dsp:nvSpPr>
      <dsp:spPr>
        <a:xfrm rot="10800000">
          <a:off x="0" y="2560"/>
          <a:ext cx="5811128" cy="3458273"/>
        </a:xfrm>
        <a:prstGeom prst="upArrowCallout">
          <a:avLst/>
        </a:prstGeom>
        <a:solidFill>
          <a:schemeClr val="accent2">
            <a:hueOff val="-2449550"/>
            <a:satOff val="-11314"/>
            <a:lumOff val="-23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900" kern="1200"/>
            <a:t>CSS gives us many ways to control color.</a:t>
          </a:r>
          <a:endParaRPr lang="en-US" sz="2900" kern="1200"/>
        </a:p>
      </dsp:txBody>
      <dsp:txXfrm rot="-10800000">
        <a:off x="0" y="2560"/>
        <a:ext cx="5811128" cy="1213854"/>
      </dsp:txXfrm>
    </dsp:sp>
    <dsp:sp modelId="{B42B9E24-3588-4BBE-AF02-EA98C5F4D85B}">
      <dsp:nvSpPr>
        <dsp:cNvPr id="0" name=""/>
        <dsp:cNvSpPr/>
      </dsp:nvSpPr>
      <dsp:spPr>
        <a:xfrm>
          <a:off x="0" y="1216414"/>
          <a:ext cx="2905564" cy="1034023"/>
        </a:xfrm>
        <a:prstGeom prst="rect">
          <a:avLst/>
        </a:prstGeom>
        <a:solidFill>
          <a:schemeClr val="accent2">
            <a:tint val="40000"/>
            <a:alpha val="90000"/>
            <a:hueOff val="-1672628"/>
            <a:satOff val="-4166"/>
            <a:lumOff val="-51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672628"/>
              <a:satOff val="-4166"/>
              <a:lumOff val="-5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920" tIns="44450" rIns="24892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3500" kern="1200"/>
            <a:t>color: white;</a:t>
          </a:r>
          <a:endParaRPr lang="en-US" sz="3500" kern="1200"/>
        </a:p>
      </dsp:txBody>
      <dsp:txXfrm>
        <a:off x="0" y="1216414"/>
        <a:ext cx="2905564" cy="1034023"/>
      </dsp:txXfrm>
    </dsp:sp>
    <dsp:sp modelId="{9A8C56FD-8A45-48DC-A0AB-ADB15E212F13}">
      <dsp:nvSpPr>
        <dsp:cNvPr id="0" name=""/>
        <dsp:cNvSpPr/>
      </dsp:nvSpPr>
      <dsp:spPr>
        <a:xfrm>
          <a:off x="2905564" y="1216414"/>
          <a:ext cx="2905564" cy="1034023"/>
        </a:xfrm>
        <a:prstGeom prst="rect">
          <a:avLst/>
        </a:prstGeom>
        <a:solidFill>
          <a:schemeClr val="accent2">
            <a:tint val="40000"/>
            <a:alpha val="90000"/>
            <a:hueOff val="-3345255"/>
            <a:satOff val="-8332"/>
            <a:lumOff val="-10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345255"/>
              <a:satOff val="-8332"/>
              <a:lumOff val="-10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920" tIns="44450" rIns="24892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3500" kern="1200"/>
            <a:t>background-color: black;</a:t>
          </a:r>
          <a:endParaRPr lang="en-US" sz="3500" kern="1200"/>
        </a:p>
      </dsp:txBody>
      <dsp:txXfrm>
        <a:off x="2905564" y="1216414"/>
        <a:ext cx="2905564" cy="10340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C2217-D4CE-40D5-B78D-3D4D2F6DDD66}">
      <dsp:nvSpPr>
        <dsp:cNvPr id="0" name=""/>
        <dsp:cNvSpPr/>
      </dsp:nvSpPr>
      <dsp:spPr>
        <a:xfrm>
          <a:off x="0" y="160985"/>
          <a:ext cx="10952747" cy="20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BD604F-CBAD-4C2C-839D-E829610A46BC}">
      <dsp:nvSpPr>
        <dsp:cNvPr id="0" name=""/>
        <dsp:cNvSpPr/>
      </dsp:nvSpPr>
      <dsp:spPr>
        <a:xfrm>
          <a:off x="547637" y="42905"/>
          <a:ext cx="7666922" cy="236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91" tIns="0" rIns="28979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200" b="1" kern="1200"/>
            <a:t>Joshua — AvatarVerse</a:t>
          </a:r>
          <a:endParaRPr lang="en-US" sz="1200" kern="1200"/>
        </a:p>
      </dsp:txBody>
      <dsp:txXfrm>
        <a:off x="559165" y="54433"/>
        <a:ext cx="7643866" cy="213104"/>
      </dsp:txXfrm>
    </dsp:sp>
    <dsp:sp modelId="{33EBDFE9-87E2-480E-A559-6877F1A02606}">
      <dsp:nvSpPr>
        <dsp:cNvPr id="0" name=""/>
        <dsp:cNvSpPr/>
      </dsp:nvSpPr>
      <dsp:spPr>
        <a:xfrm>
          <a:off x="0" y="523865"/>
          <a:ext cx="10952747" cy="98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055" tIns="166624" rIns="85005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G" sz="1200" kern="1200"/>
            <a:t>Black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G" sz="1200" kern="1200"/>
            <a:t>Dark purple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G" sz="1200" kern="1200"/>
            <a:t>Neon cyan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G" sz="1200" kern="1200"/>
            <a:t>White </a:t>
          </a:r>
          <a:endParaRPr lang="en-US" sz="1200" kern="1200"/>
        </a:p>
      </dsp:txBody>
      <dsp:txXfrm>
        <a:off x="0" y="523865"/>
        <a:ext cx="10952747" cy="982799"/>
      </dsp:txXfrm>
    </dsp:sp>
    <dsp:sp modelId="{757A6611-0B0C-423D-8273-2399D4D29377}">
      <dsp:nvSpPr>
        <dsp:cNvPr id="0" name=""/>
        <dsp:cNvSpPr/>
      </dsp:nvSpPr>
      <dsp:spPr>
        <a:xfrm>
          <a:off x="547637" y="405785"/>
          <a:ext cx="7666922" cy="236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91" tIns="0" rIns="28979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200" kern="1200"/>
            <a:t>Suggested palette:</a:t>
          </a:r>
          <a:endParaRPr lang="en-US" sz="1200" kern="1200"/>
        </a:p>
      </dsp:txBody>
      <dsp:txXfrm>
        <a:off x="559165" y="417313"/>
        <a:ext cx="7643866" cy="213104"/>
      </dsp:txXfrm>
    </dsp:sp>
    <dsp:sp modelId="{B2D5A856-366B-4659-985B-5D0EBCD5C972}">
      <dsp:nvSpPr>
        <dsp:cNvPr id="0" name=""/>
        <dsp:cNvSpPr/>
      </dsp:nvSpPr>
      <dsp:spPr>
        <a:xfrm>
          <a:off x="0" y="1667945"/>
          <a:ext cx="10952747" cy="20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7ECBD4-F2CD-4551-9B94-363E9226A9F8}">
      <dsp:nvSpPr>
        <dsp:cNvPr id="0" name=""/>
        <dsp:cNvSpPr/>
      </dsp:nvSpPr>
      <dsp:spPr>
        <a:xfrm>
          <a:off x="547637" y="1549865"/>
          <a:ext cx="7666922" cy="236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91" tIns="0" rIns="28979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200" b="1" kern="1200"/>
            <a:t>Buyi — Footy Stats</a:t>
          </a:r>
          <a:endParaRPr lang="en-US" sz="1200" kern="1200"/>
        </a:p>
      </dsp:txBody>
      <dsp:txXfrm>
        <a:off x="559165" y="1561393"/>
        <a:ext cx="7643866" cy="213104"/>
      </dsp:txXfrm>
    </dsp:sp>
    <dsp:sp modelId="{6FB318E0-F727-4ABA-B2CB-D5F12DED4D6B}">
      <dsp:nvSpPr>
        <dsp:cNvPr id="0" name=""/>
        <dsp:cNvSpPr/>
      </dsp:nvSpPr>
      <dsp:spPr>
        <a:xfrm>
          <a:off x="0" y="2030825"/>
          <a:ext cx="10952747" cy="98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055" tIns="166624" rIns="85005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G" sz="1200" kern="1200"/>
            <a:t>Black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G" sz="1200" kern="1200"/>
            <a:t>Dark green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G" sz="1200" kern="1200"/>
            <a:t>White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G" sz="1200" kern="1200"/>
            <a:t>Gold </a:t>
          </a:r>
          <a:endParaRPr lang="en-US" sz="1200" kern="1200"/>
        </a:p>
      </dsp:txBody>
      <dsp:txXfrm>
        <a:off x="0" y="2030825"/>
        <a:ext cx="10952747" cy="982799"/>
      </dsp:txXfrm>
    </dsp:sp>
    <dsp:sp modelId="{E568357D-CA4B-4662-A31F-48FF2AB10C11}">
      <dsp:nvSpPr>
        <dsp:cNvPr id="0" name=""/>
        <dsp:cNvSpPr/>
      </dsp:nvSpPr>
      <dsp:spPr>
        <a:xfrm>
          <a:off x="547637" y="1912745"/>
          <a:ext cx="7666922" cy="236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91" tIns="0" rIns="28979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200" kern="1200"/>
            <a:t>Suggested palette:</a:t>
          </a:r>
          <a:endParaRPr lang="en-US" sz="1200" kern="1200"/>
        </a:p>
      </dsp:txBody>
      <dsp:txXfrm>
        <a:off x="559165" y="1924273"/>
        <a:ext cx="7643866" cy="213104"/>
      </dsp:txXfrm>
    </dsp:sp>
    <dsp:sp modelId="{41590022-32AA-4A9D-8B56-8A0C33D2C244}">
      <dsp:nvSpPr>
        <dsp:cNvPr id="0" name=""/>
        <dsp:cNvSpPr/>
      </dsp:nvSpPr>
      <dsp:spPr>
        <a:xfrm>
          <a:off x="0" y="3174905"/>
          <a:ext cx="10952747" cy="20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FBC45-01EB-47E7-9ECA-0B9F5DA0D33D}">
      <dsp:nvSpPr>
        <dsp:cNvPr id="0" name=""/>
        <dsp:cNvSpPr/>
      </dsp:nvSpPr>
      <dsp:spPr>
        <a:xfrm>
          <a:off x="547637" y="3056825"/>
          <a:ext cx="7666922" cy="236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91" tIns="0" rIns="28979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200" b="1" kern="1200"/>
            <a:t>John — The Long Way Home</a:t>
          </a:r>
          <a:endParaRPr lang="en-US" sz="1200" kern="1200"/>
        </a:p>
      </dsp:txBody>
      <dsp:txXfrm>
        <a:off x="559165" y="3068353"/>
        <a:ext cx="7643866" cy="213104"/>
      </dsp:txXfrm>
    </dsp:sp>
    <dsp:sp modelId="{247051ED-A25F-47D1-B6B8-5ADB476961C5}">
      <dsp:nvSpPr>
        <dsp:cNvPr id="0" name=""/>
        <dsp:cNvSpPr/>
      </dsp:nvSpPr>
      <dsp:spPr>
        <a:xfrm>
          <a:off x="0" y="3537785"/>
          <a:ext cx="10952747" cy="98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055" tIns="166624" rIns="85005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G" sz="1200" kern="1200"/>
            <a:t>Dark navy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G" sz="1200" kern="1200"/>
            <a:t>Blue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G" sz="1200" kern="1200"/>
            <a:t>Orange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G" sz="1200" kern="1200"/>
            <a:t>White </a:t>
          </a:r>
          <a:endParaRPr lang="en-US" sz="1200" kern="1200"/>
        </a:p>
      </dsp:txBody>
      <dsp:txXfrm>
        <a:off x="0" y="3537785"/>
        <a:ext cx="10952747" cy="982799"/>
      </dsp:txXfrm>
    </dsp:sp>
    <dsp:sp modelId="{7D14256D-060A-442B-989D-EF3B1BC2863B}">
      <dsp:nvSpPr>
        <dsp:cNvPr id="0" name=""/>
        <dsp:cNvSpPr/>
      </dsp:nvSpPr>
      <dsp:spPr>
        <a:xfrm>
          <a:off x="547637" y="3419705"/>
          <a:ext cx="7666922" cy="236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91" tIns="0" rIns="28979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200" kern="1200"/>
            <a:t>Suggested palette:</a:t>
          </a:r>
          <a:endParaRPr lang="en-US" sz="1200" kern="1200"/>
        </a:p>
      </dsp:txBody>
      <dsp:txXfrm>
        <a:off x="559165" y="3431233"/>
        <a:ext cx="7643866" cy="2131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7BA495-94BB-4F17-B015-FA3DB6DAD3F9}">
      <dsp:nvSpPr>
        <dsp:cNvPr id="0" name=""/>
        <dsp:cNvSpPr/>
      </dsp:nvSpPr>
      <dsp:spPr>
        <a:xfrm>
          <a:off x="0" y="15791"/>
          <a:ext cx="6900512" cy="959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4100" kern="1200"/>
            <a:t>You may ask AI:</a:t>
          </a:r>
          <a:endParaRPr lang="en-US" sz="4100" kern="1200"/>
        </a:p>
      </dsp:txBody>
      <dsp:txXfrm>
        <a:off x="46834" y="62625"/>
        <a:ext cx="6806844" cy="865732"/>
      </dsp:txXfrm>
    </dsp:sp>
    <dsp:sp modelId="{55ED60E8-AE41-4DE7-A4E6-92A86B662AB3}">
      <dsp:nvSpPr>
        <dsp:cNvPr id="0" name=""/>
        <dsp:cNvSpPr/>
      </dsp:nvSpPr>
      <dsp:spPr>
        <a:xfrm>
          <a:off x="0" y="975191"/>
          <a:ext cx="6900512" cy="954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3200" kern="1200"/>
            <a:t>"Create CSS to make my navigation look modern."</a:t>
          </a:r>
          <a:endParaRPr lang="en-US" sz="3200" kern="1200"/>
        </a:p>
      </dsp:txBody>
      <dsp:txXfrm>
        <a:off x="0" y="975191"/>
        <a:ext cx="6900512" cy="954787"/>
      </dsp:txXfrm>
    </dsp:sp>
    <dsp:sp modelId="{C31A6F8D-73A1-4AF5-B19D-D75F5A222795}">
      <dsp:nvSpPr>
        <dsp:cNvPr id="0" name=""/>
        <dsp:cNvSpPr/>
      </dsp:nvSpPr>
      <dsp:spPr>
        <a:xfrm>
          <a:off x="0" y="1929979"/>
          <a:ext cx="6900512" cy="959400"/>
        </a:xfrm>
        <a:prstGeom prst="roundRect">
          <a:avLst/>
        </a:prstGeom>
        <a:solidFill>
          <a:schemeClr val="accent2">
            <a:hueOff val="-2449550"/>
            <a:satOff val="-11314"/>
            <a:lumOff val="-23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4100" kern="1200"/>
            <a:t>But you must:</a:t>
          </a:r>
          <a:endParaRPr lang="en-US" sz="4100" kern="1200"/>
        </a:p>
      </dsp:txBody>
      <dsp:txXfrm>
        <a:off x="46834" y="1976813"/>
        <a:ext cx="6806844" cy="865732"/>
      </dsp:txXfrm>
    </dsp:sp>
    <dsp:sp modelId="{720A6371-07DD-4653-A1F4-2E84877C6127}">
      <dsp:nvSpPr>
        <dsp:cNvPr id="0" name=""/>
        <dsp:cNvSpPr/>
      </dsp:nvSpPr>
      <dsp:spPr>
        <a:xfrm>
          <a:off x="0" y="2889379"/>
          <a:ext cx="6900512" cy="2630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3200" kern="1200"/>
            <a:t>Read the CSS. 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3200" kern="1200"/>
            <a:t>Paste it into your project. 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3200" kern="1200"/>
            <a:t>Ask questions about unfamiliar code. 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3200" kern="1200"/>
            <a:t>Change something yourself. 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3200" kern="1200"/>
            <a:t>Explain what you changed. </a:t>
          </a:r>
          <a:endParaRPr lang="en-US" sz="3200" kern="1200"/>
        </a:p>
      </dsp:txBody>
      <dsp:txXfrm>
        <a:off x="0" y="2889379"/>
        <a:ext cx="6900512" cy="26309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70C614-AD31-4E8F-A91C-D2C68CFE163E}">
      <dsp:nvSpPr>
        <dsp:cNvPr id="0" name=""/>
        <dsp:cNvSpPr/>
      </dsp:nvSpPr>
      <dsp:spPr>
        <a:xfrm>
          <a:off x="0" y="2297"/>
          <a:ext cx="6900512" cy="11645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5D0A42-F020-4E99-8DEC-EC640FB94C7F}">
      <dsp:nvSpPr>
        <dsp:cNvPr id="0" name=""/>
        <dsp:cNvSpPr/>
      </dsp:nvSpPr>
      <dsp:spPr>
        <a:xfrm>
          <a:off x="352272" y="264318"/>
          <a:ext cx="640494" cy="6404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5479E9-61B1-4331-BB37-3B224920BCD0}">
      <dsp:nvSpPr>
        <dsp:cNvPr id="0" name=""/>
        <dsp:cNvSpPr/>
      </dsp:nvSpPr>
      <dsp:spPr>
        <a:xfrm>
          <a:off x="1345038" y="229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200" b="1" kern="1200"/>
            <a:t>Make Your Website Feel Different</a:t>
          </a:r>
          <a:endParaRPr lang="en-US" sz="2200" kern="1200"/>
        </a:p>
      </dsp:txBody>
      <dsp:txXfrm>
        <a:off x="1345038" y="2297"/>
        <a:ext cx="5555473" cy="1164535"/>
      </dsp:txXfrm>
    </dsp:sp>
    <dsp:sp modelId="{51BC877E-5666-4DBD-9B7E-E51316EA1970}">
      <dsp:nvSpPr>
        <dsp:cNvPr id="0" name=""/>
        <dsp:cNvSpPr/>
      </dsp:nvSpPr>
      <dsp:spPr>
        <a:xfrm>
          <a:off x="0" y="1457967"/>
          <a:ext cx="6900512" cy="11645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EEBB99-E12D-4FD3-ADC7-2FB77BE3EB23}">
      <dsp:nvSpPr>
        <dsp:cNvPr id="0" name=""/>
        <dsp:cNvSpPr/>
      </dsp:nvSpPr>
      <dsp:spPr>
        <a:xfrm>
          <a:off x="352272" y="1719988"/>
          <a:ext cx="640494" cy="6404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C5848-6653-417D-9739-F85DD6FE5140}">
      <dsp:nvSpPr>
        <dsp:cNvPr id="0" name=""/>
        <dsp:cNvSpPr/>
      </dsp:nvSpPr>
      <dsp:spPr>
        <a:xfrm>
          <a:off x="1345038" y="1457967"/>
          <a:ext cx="3105230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200" kern="1200"/>
            <a:t>Joshua:</a:t>
          </a:r>
          <a:endParaRPr lang="en-US" sz="2200" kern="1200"/>
        </a:p>
      </dsp:txBody>
      <dsp:txXfrm>
        <a:off x="1345038" y="1457967"/>
        <a:ext cx="3105230" cy="1164535"/>
      </dsp:txXfrm>
    </dsp:sp>
    <dsp:sp modelId="{E5013AFB-33D8-4971-8688-3002BE3FCCE5}">
      <dsp:nvSpPr>
        <dsp:cNvPr id="0" name=""/>
        <dsp:cNvSpPr/>
      </dsp:nvSpPr>
      <dsp:spPr>
        <a:xfrm>
          <a:off x="4450269" y="1457967"/>
          <a:ext cx="2450242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800" kern="1200"/>
            <a:t>Make AvatarVerse feel futuristic.</a:t>
          </a:r>
          <a:endParaRPr lang="en-US" sz="1800" kern="1200"/>
        </a:p>
      </dsp:txBody>
      <dsp:txXfrm>
        <a:off x="4450269" y="1457967"/>
        <a:ext cx="2450242" cy="1164535"/>
      </dsp:txXfrm>
    </dsp:sp>
    <dsp:sp modelId="{F15DA9AF-8971-44B3-853D-FC80FB2D4DD6}">
      <dsp:nvSpPr>
        <dsp:cNvPr id="0" name=""/>
        <dsp:cNvSpPr/>
      </dsp:nvSpPr>
      <dsp:spPr>
        <a:xfrm>
          <a:off x="0" y="2913637"/>
          <a:ext cx="6900512" cy="11645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D88272-3D0C-4AFE-BCB2-6C56ED055329}">
      <dsp:nvSpPr>
        <dsp:cNvPr id="0" name=""/>
        <dsp:cNvSpPr/>
      </dsp:nvSpPr>
      <dsp:spPr>
        <a:xfrm>
          <a:off x="352272" y="3175658"/>
          <a:ext cx="640494" cy="6404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27F76-B934-4B31-96CD-8A7CDD558407}">
      <dsp:nvSpPr>
        <dsp:cNvPr id="0" name=""/>
        <dsp:cNvSpPr/>
      </dsp:nvSpPr>
      <dsp:spPr>
        <a:xfrm>
          <a:off x="1345038" y="2913637"/>
          <a:ext cx="3105230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200" kern="1200"/>
            <a:t>Buyi:</a:t>
          </a:r>
          <a:endParaRPr lang="en-US" sz="2200" kern="1200"/>
        </a:p>
      </dsp:txBody>
      <dsp:txXfrm>
        <a:off x="1345038" y="2913637"/>
        <a:ext cx="3105230" cy="1164535"/>
      </dsp:txXfrm>
    </dsp:sp>
    <dsp:sp modelId="{E85DE1FF-8590-471F-9894-477F00339443}">
      <dsp:nvSpPr>
        <dsp:cNvPr id="0" name=""/>
        <dsp:cNvSpPr/>
      </dsp:nvSpPr>
      <dsp:spPr>
        <a:xfrm>
          <a:off x="4450269" y="2913637"/>
          <a:ext cx="2450242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800" kern="1200"/>
            <a:t>Make Footy Stats feel like a football analytics platform.</a:t>
          </a:r>
          <a:endParaRPr lang="en-US" sz="1800" kern="1200"/>
        </a:p>
      </dsp:txBody>
      <dsp:txXfrm>
        <a:off x="4450269" y="2913637"/>
        <a:ext cx="2450242" cy="1164535"/>
      </dsp:txXfrm>
    </dsp:sp>
    <dsp:sp modelId="{55305F08-CD6D-4341-8551-CDE32D10C2CD}">
      <dsp:nvSpPr>
        <dsp:cNvPr id="0" name=""/>
        <dsp:cNvSpPr/>
      </dsp:nvSpPr>
      <dsp:spPr>
        <a:xfrm>
          <a:off x="0" y="4369307"/>
          <a:ext cx="6900512" cy="11645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44C57B-EC0E-46CD-9FA6-20DA7B949352}">
      <dsp:nvSpPr>
        <dsp:cNvPr id="0" name=""/>
        <dsp:cNvSpPr/>
      </dsp:nvSpPr>
      <dsp:spPr>
        <a:xfrm>
          <a:off x="352272" y="4631327"/>
          <a:ext cx="640494" cy="6404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385E9-1D5A-4C90-BDC7-7C544376BCD5}">
      <dsp:nvSpPr>
        <dsp:cNvPr id="0" name=""/>
        <dsp:cNvSpPr/>
      </dsp:nvSpPr>
      <dsp:spPr>
        <a:xfrm>
          <a:off x="1345038" y="4369307"/>
          <a:ext cx="3105230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200" kern="1200"/>
            <a:t>John:</a:t>
          </a:r>
          <a:endParaRPr lang="en-US" sz="2200" kern="1200"/>
        </a:p>
      </dsp:txBody>
      <dsp:txXfrm>
        <a:off x="1345038" y="4369307"/>
        <a:ext cx="3105230" cy="1164535"/>
      </dsp:txXfrm>
    </dsp:sp>
    <dsp:sp modelId="{F8F5F701-5C44-43DD-8933-62CD7A999204}">
      <dsp:nvSpPr>
        <dsp:cNvPr id="0" name=""/>
        <dsp:cNvSpPr/>
      </dsp:nvSpPr>
      <dsp:spPr>
        <a:xfrm>
          <a:off x="4450269" y="4369307"/>
          <a:ext cx="2450242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800" kern="1200"/>
            <a:t>Make The Long Way Home feel like an adventure game.</a:t>
          </a:r>
          <a:endParaRPr lang="en-US" sz="1800" kern="1200"/>
        </a:p>
      </dsp:txBody>
      <dsp:txXfrm>
        <a:off x="4450269" y="4369307"/>
        <a:ext cx="2450242" cy="11645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08:28:21.7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08:34:41.3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2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22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449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280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801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958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49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39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2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24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14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206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980551-E985-C329-C4BE-EBD3F33AE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NG" sz="8200" b="1"/>
              <a:t>From HTML to Design</a:t>
            </a:r>
            <a:endParaRPr lang="en-NG" sz="8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D2931B-FC52-137A-69C2-896F21BAB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r>
              <a:rPr lang="en-NG" b="1" dirty="0"/>
              <a:t>Learning CSS by improving our own projects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9DEA40"/>
          </a:solidFill>
          <a:ln w="38100" cap="rnd">
            <a:solidFill>
              <a:srgbClr val="9DEA4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54F4F0-5CD3-1918-1CA5-8049456697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43" r="1879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9051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C32DF3D-3F59-481D-A237-77C31AD49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BEEBF-EBF6-4DE2-A345-A623DBA77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43467"/>
            <a:ext cx="3840480" cy="5571066"/>
          </a:xfrm>
        </p:spPr>
        <p:txBody>
          <a:bodyPr anchor="ctr">
            <a:normAutofit/>
          </a:bodyPr>
          <a:lstStyle/>
          <a:p>
            <a:r>
              <a:rPr lang="en-NG" sz="6600" b="1" dirty="0">
                <a:solidFill>
                  <a:schemeClr val="accent1"/>
                </a:solidFill>
              </a:rPr>
              <a:t>Look at Your Website</a:t>
            </a:r>
            <a:endParaRPr lang="en-NG" sz="6600" dirty="0">
              <a:solidFill>
                <a:schemeClr val="accent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F02326-30C4-4095-988F-932A425AE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39686" y="0"/>
            <a:ext cx="7152315" cy="6858000"/>
          </a:xfrm>
          <a:custGeom>
            <a:avLst/>
            <a:gdLst>
              <a:gd name="connsiteX0" fmla="*/ 17101 w 7152315"/>
              <a:gd name="connsiteY0" fmla="*/ 0 h 6858000"/>
              <a:gd name="connsiteX1" fmla="*/ 7152315 w 7152315"/>
              <a:gd name="connsiteY1" fmla="*/ 0 h 6858000"/>
              <a:gd name="connsiteX2" fmla="*/ 7152315 w 7152315"/>
              <a:gd name="connsiteY2" fmla="*/ 6858000 h 6858000"/>
              <a:gd name="connsiteX3" fmla="*/ 15999 w 7152315"/>
              <a:gd name="connsiteY3" fmla="*/ 6858000 h 6858000"/>
              <a:gd name="connsiteX4" fmla="*/ 9729 w 7152315"/>
              <a:gd name="connsiteY4" fmla="*/ 6734157 h 6858000"/>
              <a:gd name="connsiteX5" fmla="*/ 15819 w 7152315"/>
              <a:gd name="connsiteY5" fmla="*/ 6122264 h 6858000"/>
              <a:gd name="connsiteX6" fmla="*/ 11379 w 7152315"/>
              <a:gd name="connsiteY6" fmla="*/ 5614784 h 6858000"/>
              <a:gd name="connsiteX7" fmla="*/ 20006 w 7152315"/>
              <a:gd name="connsiteY7" fmla="*/ 5204359 h 6858000"/>
              <a:gd name="connsiteX8" fmla="*/ 16962 w 7152315"/>
              <a:gd name="connsiteY8" fmla="*/ 4811696 h 6858000"/>
              <a:gd name="connsiteX9" fmla="*/ 13409 w 7152315"/>
              <a:gd name="connsiteY9" fmla="*/ 4358135 h 6858000"/>
              <a:gd name="connsiteX10" fmla="*/ 12774 w 7152315"/>
              <a:gd name="connsiteY10" fmla="*/ 4038423 h 6858000"/>
              <a:gd name="connsiteX11" fmla="*/ 10110 w 7152315"/>
              <a:gd name="connsiteY11" fmla="*/ 3630663 h 6858000"/>
              <a:gd name="connsiteX12" fmla="*/ 16581 w 7152315"/>
              <a:gd name="connsiteY12" fmla="*/ 3275427 h 6858000"/>
              <a:gd name="connsiteX13" fmla="*/ 27872 w 7152315"/>
              <a:gd name="connsiteY13" fmla="*/ 2871219 h 6858000"/>
              <a:gd name="connsiteX14" fmla="*/ 17596 w 7152315"/>
              <a:gd name="connsiteY14" fmla="*/ 2235600 h 6858000"/>
              <a:gd name="connsiteX15" fmla="*/ 14170 w 7152315"/>
              <a:gd name="connsiteY15" fmla="*/ 1894827 h 6858000"/>
              <a:gd name="connsiteX16" fmla="*/ 11632 w 7152315"/>
              <a:gd name="connsiteY16" fmla="*/ 1603026 h 6858000"/>
              <a:gd name="connsiteX17" fmla="*/ 14551 w 7152315"/>
              <a:gd name="connsiteY17" fmla="*/ 1307799 h 6858000"/>
              <a:gd name="connsiteX18" fmla="*/ 14551 w 7152315"/>
              <a:gd name="connsiteY18" fmla="*/ 887733 h 6858000"/>
              <a:gd name="connsiteX19" fmla="*/ 849 w 7152315"/>
              <a:gd name="connsiteY19" fmla="*/ 349169 h 6858000"/>
              <a:gd name="connsiteX20" fmla="*/ 1404 w 7152315"/>
              <a:gd name="connsiteY20" fmla="*/ 1605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152315" h="6858000">
                <a:moveTo>
                  <a:pt x="17101" y="0"/>
                </a:moveTo>
                <a:lnTo>
                  <a:pt x="7152315" y="0"/>
                </a:lnTo>
                <a:lnTo>
                  <a:pt x="7152315" y="6858000"/>
                </a:lnTo>
                <a:lnTo>
                  <a:pt x="15999" y="6858000"/>
                </a:lnTo>
                <a:lnTo>
                  <a:pt x="9729" y="6734157"/>
                </a:lnTo>
                <a:cubicBezTo>
                  <a:pt x="5924" y="6530150"/>
                  <a:pt x="12521" y="6326271"/>
                  <a:pt x="15819" y="6122264"/>
                </a:cubicBezTo>
                <a:cubicBezTo>
                  <a:pt x="18484" y="5952766"/>
                  <a:pt x="-1689" y="5783013"/>
                  <a:pt x="11379" y="5614784"/>
                </a:cubicBezTo>
                <a:cubicBezTo>
                  <a:pt x="22112" y="5478259"/>
                  <a:pt x="24992" y="5341214"/>
                  <a:pt x="20006" y="5204359"/>
                </a:cubicBezTo>
                <a:cubicBezTo>
                  <a:pt x="14932" y="5073429"/>
                  <a:pt x="13917" y="4942537"/>
                  <a:pt x="16962" y="4811696"/>
                </a:cubicBezTo>
                <a:cubicBezTo>
                  <a:pt x="20640" y="4660467"/>
                  <a:pt x="16962" y="4509238"/>
                  <a:pt x="13409" y="4358135"/>
                </a:cubicBezTo>
                <a:cubicBezTo>
                  <a:pt x="10872" y="4251565"/>
                  <a:pt x="10998" y="4144994"/>
                  <a:pt x="12774" y="4038423"/>
                </a:cubicBezTo>
                <a:cubicBezTo>
                  <a:pt x="15185" y="3902545"/>
                  <a:pt x="19879" y="3766540"/>
                  <a:pt x="10110" y="3630663"/>
                </a:cubicBezTo>
                <a:cubicBezTo>
                  <a:pt x="1178" y="3512306"/>
                  <a:pt x="3347" y="3393378"/>
                  <a:pt x="16581" y="3275427"/>
                </a:cubicBezTo>
                <a:cubicBezTo>
                  <a:pt x="33403" y="3141377"/>
                  <a:pt x="37183" y="3006006"/>
                  <a:pt x="27872" y="2871219"/>
                </a:cubicBezTo>
                <a:cubicBezTo>
                  <a:pt x="11315" y="2659765"/>
                  <a:pt x="7890" y="2447486"/>
                  <a:pt x="17596" y="2235600"/>
                </a:cubicBezTo>
                <a:cubicBezTo>
                  <a:pt x="22797" y="2122038"/>
                  <a:pt x="21655" y="2008261"/>
                  <a:pt x="14170" y="1894827"/>
                </a:cubicBezTo>
                <a:cubicBezTo>
                  <a:pt x="8144" y="1797670"/>
                  <a:pt x="7294" y="1700272"/>
                  <a:pt x="11632" y="1603026"/>
                </a:cubicBezTo>
                <a:cubicBezTo>
                  <a:pt x="15566" y="1504575"/>
                  <a:pt x="17215" y="1406124"/>
                  <a:pt x="14551" y="1307799"/>
                </a:cubicBezTo>
                <a:cubicBezTo>
                  <a:pt x="10872" y="1168242"/>
                  <a:pt x="10110" y="1027798"/>
                  <a:pt x="14551" y="887733"/>
                </a:cubicBezTo>
                <a:cubicBezTo>
                  <a:pt x="20894" y="708085"/>
                  <a:pt x="3132" y="528817"/>
                  <a:pt x="849" y="349169"/>
                </a:cubicBezTo>
                <a:cubicBezTo>
                  <a:pt x="24" y="286241"/>
                  <a:pt x="-769" y="223346"/>
                  <a:pt x="1404" y="160593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9B429-E7FC-1626-4F30-146CD8075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696" y="643467"/>
            <a:ext cx="5788152" cy="5571066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NG" dirty="0">
                <a:solidFill>
                  <a:schemeClr val="bg1"/>
                </a:solidFill>
              </a:rPr>
              <a:t>Last week we created the structure.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dirty="0">
                <a:solidFill>
                  <a:schemeClr val="bg1"/>
                </a:solidFill>
              </a:rPr>
              <a:t>We now have:</a:t>
            </a:r>
          </a:p>
          <a:p>
            <a:pPr lvl="1">
              <a:lnSpc>
                <a:spcPct val="100000"/>
              </a:lnSpc>
            </a:pPr>
            <a:r>
              <a:rPr lang="en-NG" dirty="0">
                <a:solidFill>
                  <a:schemeClr val="bg1"/>
                </a:solidFill>
              </a:rPr>
              <a:t>Navigation </a:t>
            </a:r>
          </a:p>
          <a:p>
            <a:pPr lvl="1">
              <a:lnSpc>
                <a:spcPct val="100000"/>
              </a:lnSpc>
            </a:pPr>
            <a:r>
              <a:rPr lang="en-NG" dirty="0">
                <a:solidFill>
                  <a:schemeClr val="bg1"/>
                </a:solidFill>
              </a:rPr>
              <a:t>Headings </a:t>
            </a:r>
          </a:p>
          <a:p>
            <a:pPr lvl="1">
              <a:lnSpc>
                <a:spcPct val="100000"/>
              </a:lnSpc>
            </a:pPr>
            <a:r>
              <a:rPr lang="en-NG" dirty="0">
                <a:solidFill>
                  <a:schemeClr val="bg1"/>
                </a:solidFill>
              </a:rPr>
              <a:t>Paragraphs </a:t>
            </a:r>
          </a:p>
          <a:p>
            <a:pPr lvl="1">
              <a:lnSpc>
                <a:spcPct val="100000"/>
              </a:lnSpc>
            </a:pPr>
            <a:r>
              <a:rPr lang="en-NG" dirty="0">
                <a:solidFill>
                  <a:schemeClr val="bg1"/>
                </a:solidFill>
              </a:rPr>
              <a:t>Images </a:t>
            </a:r>
          </a:p>
          <a:p>
            <a:pPr lvl="1">
              <a:lnSpc>
                <a:spcPct val="100000"/>
              </a:lnSpc>
            </a:pPr>
            <a:r>
              <a:rPr lang="en-NG" dirty="0">
                <a:solidFill>
                  <a:schemeClr val="bg1"/>
                </a:solidFill>
              </a:rPr>
              <a:t>Sections </a:t>
            </a:r>
          </a:p>
          <a:p>
            <a:pPr lvl="1">
              <a:lnSpc>
                <a:spcPct val="100000"/>
              </a:lnSpc>
            </a:pPr>
            <a:r>
              <a:rPr lang="en-NG" dirty="0">
                <a:solidFill>
                  <a:schemeClr val="bg1"/>
                </a:solidFill>
              </a:rPr>
              <a:t>Footer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dirty="0">
                <a:solidFill>
                  <a:schemeClr val="bg1"/>
                </a:solidFill>
              </a:rPr>
              <a:t>But our websites probably look very basic.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b="1" dirty="0">
                <a:solidFill>
                  <a:schemeClr val="bg1"/>
                </a:solidFill>
              </a:rPr>
              <a:t>Question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b="1" dirty="0">
                <a:solidFill>
                  <a:schemeClr val="bg1"/>
                </a:solidFill>
              </a:rPr>
              <a:t>How do we make them look like real products?</a:t>
            </a:r>
            <a:endParaRPr lang="en-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313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2A140-E352-7F41-AD9F-C016A67EA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NG" sz="7200" b="1"/>
              <a:t>What Is CSS?</a:t>
            </a:r>
            <a:endParaRPr lang="en-NG" sz="7200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239572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04D3EE"/>
          </a:solidFill>
          <a:ln w="38100" cap="rnd">
            <a:solidFill>
              <a:srgbClr val="04D3EE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EA4C0-E8E3-3D89-EDED-B406C2512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605480" cy="382219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NG" sz="2400" dirty="0"/>
              <a:t>CSS controls how HTML looks.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1600" dirty="0"/>
              <a:t>HTML tells the browser: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1600" dirty="0"/>
              <a:t>"What is this?"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1600" dirty="0"/>
              <a:t>CSS tells the browser: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1600" dirty="0"/>
              <a:t>"How should it look?"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1600" dirty="0"/>
              <a:t>For example: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1600" dirty="0"/>
              <a:t>&lt;h1&gt;</a:t>
            </a:r>
            <a:r>
              <a:rPr lang="en-NG" sz="1600" dirty="0" err="1"/>
              <a:t>AvatarVerse</a:t>
            </a:r>
            <a:r>
              <a:rPr lang="en-NG" sz="1600" dirty="0"/>
              <a:t>&lt;/h1&gt;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1600" dirty="0"/>
              <a:t>CSS can make it: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1600" dirty="0"/>
              <a:t>h1 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1600" dirty="0"/>
              <a:t>    </a:t>
            </a:r>
            <a:r>
              <a:rPr lang="en-NG" sz="1600" dirty="0" err="1"/>
              <a:t>color</a:t>
            </a:r>
            <a:r>
              <a:rPr lang="en-NG" sz="1600" dirty="0"/>
              <a:t>: cyan;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1600" dirty="0"/>
              <a:t>    font-size: 48px;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1600" dirty="0"/>
              <a:t>}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DFCE30DB-4DA8-BECD-6DD5-46B23BBC29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8" r="47221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77752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80998-F768-64BC-5010-E60000CA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G" b="1"/>
              <a:t>HTML + CSS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610E5-11B0-463F-F1EF-D28D3A66A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 marL="0" indent="0">
              <a:buNone/>
            </a:pPr>
            <a:r>
              <a:rPr lang="en-NG" sz="3000" dirty="0"/>
              <a:t>	Think about building a house.</a:t>
            </a:r>
          </a:p>
          <a:p>
            <a:pPr marL="0" indent="0">
              <a:buNone/>
            </a:pPr>
            <a:r>
              <a:rPr lang="en-NG" b="1" dirty="0"/>
              <a:t>HTML</a:t>
            </a:r>
          </a:p>
          <a:p>
            <a:pPr marL="0" indent="0">
              <a:buNone/>
            </a:pPr>
            <a:r>
              <a:rPr lang="en-NG" dirty="0"/>
              <a:t>The structure:</a:t>
            </a:r>
          </a:p>
          <a:p>
            <a:pPr marL="0" lvl="0" indent="0">
              <a:buNone/>
            </a:pPr>
            <a:r>
              <a:rPr lang="en-NG" dirty="0"/>
              <a:t>Walls </a:t>
            </a:r>
          </a:p>
          <a:p>
            <a:pPr marL="0" lvl="0" indent="0">
              <a:buNone/>
            </a:pPr>
            <a:r>
              <a:rPr lang="en-NG" dirty="0"/>
              <a:t>Doors </a:t>
            </a:r>
          </a:p>
          <a:p>
            <a:pPr marL="0" lvl="0" indent="0">
              <a:buNone/>
            </a:pPr>
            <a:r>
              <a:rPr lang="en-NG" dirty="0"/>
              <a:t>Windows </a:t>
            </a:r>
          </a:p>
          <a:p>
            <a:pPr marL="0" lvl="0" indent="0">
              <a:buNone/>
            </a:pPr>
            <a:r>
              <a:rPr lang="en-NG" dirty="0"/>
              <a:t>Rooms </a:t>
            </a:r>
          </a:p>
          <a:p>
            <a:pPr marL="0" indent="0">
              <a:buNone/>
            </a:pPr>
            <a:endParaRPr lang="en-NG" b="1" dirty="0"/>
          </a:p>
          <a:p>
            <a:pPr marL="0" indent="0">
              <a:buNone/>
            </a:pPr>
            <a:endParaRPr lang="en-NG" b="1" dirty="0"/>
          </a:p>
          <a:p>
            <a:pPr marL="0" indent="0">
              <a:buNone/>
            </a:pPr>
            <a:r>
              <a:rPr lang="en-NG" b="1" dirty="0"/>
              <a:t>CSS</a:t>
            </a:r>
          </a:p>
          <a:p>
            <a:pPr marL="0" indent="0">
              <a:buNone/>
            </a:pPr>
            <a:r>
              <a:rPr lang="en-NG" dirty="0"/>
              <a:t>The design:</a:t>
            </a:r>
          </a:p>
          <a:p>
            <a:pPr marL="0" lvl="0" indent="0">
              <a:buNone/>
            </a:pPr>
            <a:r>
              <a:rPr lang="en-NG" dirty="0"/>
              <a:t>Paint </a:t>
            </a:r>
          </a:p>
          <a:p>
            <a:pPr marL="0" lvl="0" indent="0">
              <a:buNone/>
            </a:pPr>
            <a:r>
              <a:rPr lang="en-NG" dirty="0"/>
              <a:t>Furniture </a:t>
            </a:r>
          </a:p>
          <a:p>
            <a:pPr marL="0" lvl="0" indent="0">
              <a:buNone/>
            </a:pPr>
            <a:r>
              <a:rPr lang="en-NG" dirty="0"/>
              <a:t>Size </a:t>
            </a:r>
          </a:p>
          <a:p>
            <a:pPr marL="0" lvl="0" indent="0">
              <a:buNone/>
            </a:pPr>
            <a:r>
              <a:rPr lang="en-NG" dirty="0"/>
              <a:t>Spacing </a:t>
            </a:r>
          </a:p>
          <a:p>
            <a:pPr marL="0" lvl="0" indent="0">
              <a:buNone/>
            </a:pPr>
            <a:r>
              <a:rPr lang="en-NG" dirty="0"/>
              <a:t>Arrangement </a:t>
            </a:r>
          </a:p>
        </p:txBody>
      </p:sp>
    </p:spTree>
    <p:extLst>
      <p:ext uri="{BB962C8B-B14F-4D97-AF65-F5344CB8AC3E}">
        <p14:creationId xmlns:p14="http://schemas.microsoft.com/office/powerpoint/2010/main" val="2439700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89B8D5-A649-BCE0-2318-D74FAE39EB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903"/>
          <a:stretch>
            <a:fillRect/>
          </a:stretch>
        </p:blipFill>
        <p:spPr>
          <a:xfrm>
            <a:off x="180279" y="161490"/>
            <a:ext cx="11827082" cy="6534092"/>
          </a:xfrm>
          <a:custGeom>
            <a:avLst/>
            <a:gdLst/>
            <a:ahLst/>
            <a:cxnLst/>
            <a:rect l="l" t="t" r="r" b="b"/>
            <a:pathLst>
              <a:path w="11827082" h="6534092">
                <a:moveTo>
                  <a:pt x="6610089" y="5"/>
                </a:moveTo>
                <a:cubicBezTo>
                  <a:pt x="6763993" y="-277"/>
                  <a:pt x="6862741" y="14300"/>
                  <a:pt x="6956523" y="21390"/>
                </a:cubicBezTo>
                <a:cubicBezTo>
                  <a:pt x="7271939" y="-12207"/>
                  <a:pt x="7581352" y="149"/>
                  <a:pt x="7768349" y="21390"/>
                </a:cubicBezTo>
                <a:lnTo>
                  <a:pt x="7831642" y="23688"/>
                </a:lnTo>
                <a:lnTo>
                  <a:pt x="7886307" y="21390"/>
                </a:lnTo>
                <a:cubicBezTo>
                  <a:pt x="7951978" y="17798"/>
                  <a:pt x="8007622" y="16567"/>
                  <a:pt x="8057445" y="16600"/>
                </a:cubicBezTo>
                <a:lnTo>
                  <a:pt x="8096254" y="17396"/>
                </a:lnTo>
                <a:lnTo>
                  <a:pt x="8199591" y="12947"/>
                </a:lnTo>
                <a:cubicBezTo>
                  <a:pt x="8247971" y="12558"/>
                  <a:pt x="8296272" y="14617"/>
                  <a:pt x="8344260" y="21390"/>
                </a:cubicBezTo>
                <a:lnTo>
                  <a:pt x="8355505" y="22738"/>
                </a:lnTo>
                <a:lnTo>
                  <a:pt x="8462217" y="21390"/>
                </a:lnTo>
                <a:cubicBezTo>
                  <a:pt x="8567700" y="16869"/>
                  <a:pt x="8666620" y="17239"/>
                  <a:pt x="8761697" y="18554"/>
                </a:cubicBezTo>
                <a:lnTo>
                  <a:pt x="8808871" y="19038"/>
                </a:lnTo>
                <a:lnTo>
                  <a:pt x="8941246" y="13930"/>
                </a:lnTo>
                <a:cubicBezTo>
                  <a:pt x="9040199" y="10800"/>
                  <a:pt x="9149474" y="10157"/>
                  <a:pt x="9260166" y="21390"/>
                </a:cubicBezTo>
                <a:lnTo>
                  <a:pt x="9339613" y="26448"/>
                </a:lnTo>
                <a:lnTo>
                  <a:pt x="9432845" y="28493"/>
                </a:lnTo>
                <a:cubicBezTo>
                  <a:pt x="9587011" y="31230"/>
                  <a:pt x="9744909" y="31599"/>
                  <a:pt x="9849954" y="21390"/>
                </a:cubicBezTo>
                <a:cubicBezTo>
                  <a:pt x="10060044" y="972"/>
                  <a:pt x="10204432" y="2657"/>
                  <a:pt x="10425865" y="21390"/>
                </a:cubicBezTo>
                <a:lnTo>
                  <a:pt x="10477895" y="25158"/>
                </a:lnTo>
                <a:lnTo>
                  <a:pt x="10566351" y="27751"/>
                </a:lnTo>
                <a:cubicBezTo>
                  <a:pt x="10727031" y="32755"/>
                  <a:pt x="10877889" y="35639"/>
                  <a:pt x="11001775" y="21390"/>
                </a:cubicBezTo>
                <a:cubicBezTo>
                  <a:pt x="11249546" y="-7108"/>
                  <a:pt x="11434553" y="12510"/>
                  <a:pt x="11813601" y="21390"/>
                </a:cubicBezTo>
                <a:cubicBezTo>
                  <a:pt x="11817928" y="208271"/>
                  <a:pt x="11818867" y="336567"/>
                  <a:pt x="11813601" y="475847"/>
                </a:cubicBezTo>
                <a:cubicBezTo>
                  <a:pt x="11808335" y="615127"/>
                  <a:pt x="11845853" y="1008651"/>
                  <a:pt x="11813601" y="1254916"/>
                </a:cubicBezTo>
                <a:cubicBezTo>
                  <a:pt x="11809570" y="1285699"/>
                  <a:pt x="11806768" y="1314174"/>
                  <a:pt x="11804923" y="1340777"/>
                </a:cubicBezTo>
                <a:lnTo>
                  <a:pt x="11803652" y="1373115"/>
                </a:lnTo>
                <a:lnTo>
                  <a:pt x="11804560" y="1395572"/>
                </a:lnTo>
                <a:cubicBezTo>
                  <a:pt x="11806656" y="1431340"/>
                  <a:pt x="11809600" y="1470662"/>
                  <a:pt x="11813601" y="1514605"/>
                </a:cubicBezTo>
                <a:cubicBezTo>
                  <a:pt x="11829606" y="1690380"/>
                  <a:pt x="11822955" y="1813845"/>
                  <a:pt x="11815628" y="1920902"/>
                </a:cubicBezTo>
                <a:lnTo>
                  <a:pt x="11811346" y="1995660"/>
                </a:lnTo>
                <a:lnTo>
                  <a:pt x="11813868" y="2104640"/>
                </a:lnTo>
                <a:lnTo>
                  <a:pt x="11817197" y="2264365"/>
                </a:lnTo>
                <a:lnTo>
                  <a:pt x="11821465" y="2306631"/>
                </a:lnTo>
                <a:cubicBezTo>
                  <a:pt x="11835170" y="2477814"/>
                  <a:pt x="11818400" y="2578773"/>
                  <a:pt x="11813601" y="2683208"/>
                </a:cubicBezTo>
                <a:cubicBezTo>
                  <a:pt x="11809487" y="2772725"/>
                  <a:pt x="11816027" y="2930030"/>
                  <a:pt x="11816192" y="3070653"/>
                </a:cubicBezTo>
                <a:lnTo>
                  <a:pt x="11813610" y="3202145"/>
                </a:lnTo>
                <a:lnTo>
                  <a:pt x="11813601" y="3267510"/>
                </a:lnTo>
                <a:cubicBezTo>
                  <a:pt x="11811419" y="3587194"/>
                  <a:pt x="11813535" y="3497122"/>
                  <a:pt x="11813601" y="3721967"/>
                </a:cubicBezTo>
                <a:cubicBezTo>
                  <a:pt x="11813617" y="3778178"/>
                  <a:pt x="11814293" y="3835214"/>
                  <a:pt x="11815131" y="3894088"/>
                </a:cubicBezTo>
                <a:lnTo>
                  <a:pt x="11816203" y="3972593"/>
                </a:lnTo>
                <a:lnTo>
                  <a:pt x="11816265" y="3973919"/>
                </a:lnTo>
                <a:cubicBezTo>
                  <a:pt x="11819902" y="4062998"/>
                  <a:pt x="11819694" y="4122248"/>
                  <a:pt x="11818174" y="4171327"/>
                </a:cubicBezTo>
                <a:lnTo>
                  <a:pt x="11817878" y="4178488"/>
                </a:lnTo>
                <a:lnTo>
                  <a:pt x="11818118" y="4277530"/>
                </a:lnTo>
                <a:cubicBezTo>
                  <a:pt x="11817612" y="4347824"/>
                  <a:pt x="11816272" y="4421987"/>
                  <a:pt x="11813601" y="4501036"/>
                </a:cubicBezTo>
                <a:cubicBezTo>
                  <a:pt x="11824398" y="4779554"/>
                  <a:pt x="11834923" y="4895505"/>
                  <a:pt x="11813601" y="5020415"/>
                </a:cubicBezTo>
                <a:cubicBezTo>
                  <a:pt x="11808270" y="5051643"/>
                  <a:pt x="11804885" y="5094410"/>
                  <a:pt x="11802984" y="5145366"/>
                </a:cubicBezTo>
                <a:lnTo>
                  <a:pt x="11802805" y="5153576"/>
                </a:lnTo>
                <a:lnTo>
                  <a:pt x="11813601" y="5280104"/>
                </a:lnTo>
                <a:cubicBezTo>
                  <a:pt x="11848339" y="5545832"/>
                  <a:pt x="11803810" y="5568088"/>
                  <a:pt x="11813601" y="5734561"/>
                </a:cubicBezTo>
                <a:cubicBezTo>
                  <a:pt x="11814825" y="5755370"/>
                  <a:pt x="11815354" y="5777180"/>
                  <a:pt x="11815391" y="5800160"/>
                </a:cubicBezTo>
                <a:lnTo>
                  <a:pt x="11814403" y="5861994"/>
                </a:lnTo>
                <a:lnTo>
                  <a:pt x="11814897" y="5940552"/>
                </a:lnTo>
                <a:cubicBezTo>
                  <a:pt x="11813455" y="6007961"/>
                  <a:pt x="11810716" y="6074118"/>
                  <a:pt x="11808410" y="6139030"/>
                </a:cubicBezTo>
                <a:lnTo>
                  <a:pt x="11805249" y="6294204"/>
                </a:lnTo>
                <a:lnTo>
                  <a:pt x="11806853" y="6377232"/>
                </a:lnTo>
                <a:lnTo>
                  <a:pt x="11813601" y="6513630"/>
                </a:lnTo>
                <a:cubicBezTo>
                  <a:pt x="11755932" y="6520071"/>
                  <a:pt x="11702085" y="6522123"/>
                  <a:pt x="11651008" y="6521869"/>
                </a:cubicBezTo>
                <a:lnTo>
                  <a:pt x="11606878" y="6520178"/>
                </a:lnTo>
                <a:lnTo>
                  <a:pt x="11480359" y="6526470"/>
                </a:lnTo>
                <a:cubicBezTo>
                  <a:pt x="11411497" y="6529079"/>
                  <a:pt x="11340067" y="6529281"/>
                  <a:pt x="11235913" y="6522672"/>
                </a:cubicBezTo>
                <a:lnTo>
                  <a:pt x="11167376" y="6517338"/>
                </a:lnTo>
                <a:lnTo>
                  <a:pt x="11118099" y="6519937"/>
                </a:lnTo>
                <a:cubicBezTo>
                  <a:pt x="11008080" y="6519923"/>
                  <a:pt x="10918905" y="6505169"/>
                  <a:pt x="10779737" y="6513630"/>
                </a:cubicBezTo>
                <a:lnTo>
                  <a:pt x="10756340" y="6513513"/>
                </a:lnTo>
                <a:lnTo>
                  <a:pt x="10748952" y="6514346"/>
                </a:lnTo>
                <a:cubicBezTo>
                  <a:pt x="10725838" y="6516206"/>
                  <a:pt x="10699773" y="6516641"/>
                  <a:pt x="10661780" y="6513630"/>
                </a:cubicBezTo>
                <a:lnTo>
                  <a:pt x="10643067" y="6512943"/>
                </a:lnTo>
                <a:lnTo>
                  <a:pt x="10627638" y="6512866"/>
                </a:lnTo>
                <a:lnTo>
                  <a:pt x="10598539" y="6511309"/>
                </a:lnTo>
                <a:lnTo>
                  <a:pt x="10590670" y="6511020"/>
                </a:lnTo>
                <a:cubicBezTo>
                  <a:pt x="10422654" y="6509230"/>
                  <a:pt x="10114537" y="6525711"/>
                  <a:pt x="9930443" y="6519069"/>
                </a:cubicBezTo>
                <a:lnTo>
                  <a:pt x="9908887" y="6517613"/>
                </a:lnTo>
                <a:lnTo>
                  <a:pt x="9697150" y="6531900"/>
                </a:lnTo>
                <a:cubicBezTo>
                  <a:pt x="9438634" y="6540253"/>
                  <a:pt x="9217380" y="6522684"/>
                  <a:pt x="9038128" y="6513630"/>
                </a:cubicBezTo>
                <a:lnTo>
                  <a:pt x="8901719" y="6509665"/>
                </a:lnTo>
                <a:lnTo>
                  <a:pt x="8766922" y="6512046"/>
                </a:lnTo>
                <a:cubicBezTo>
                  <a:pt x="8694433" y="6513288"/>
                  <a:pt x="8629372" y="6514112"/>
                  <a:pt x="8580175" y="6513630"/>
                </a:cubicBezTo>
                <a:lnTo>
                  <a:pt x="8571277" y="6513524"/>
                </a:lnTo>
                <a:lnTo>
                  <a:pt x="8462217" y="6513630"/>
                </a:lnTo>
                <a:cubicBezTo>
                  <a:pt x="8225188" y="6509968"/>
                  <a:pt x="7780127" y="6525503"/>
                  <a:pt x="7532434" y="6513630"/>
                </a:cubicBezTo>
                <a:lnTo>
                  <a:pt x="7448622" y="6511320"/>
                </a:lnTo>
                <a:lnTo>
                  <a:pt x="7428354" y="6513630"/>
                </a:lnTo>
                <a:cubicBezTo>
                  <a:pt x="7293248" y="6538560"/>
                  <a:pt x="7186080" y="6533261"/>
                  <a:pt x="7078782" y="6523679"/>
                </a:cubicBezTo>
                <a:lnTo>
                  <a:pt x="6973169" y="6513887"/>
                </a:lnTo>
                <a:lnTo>
                  <a:pt x="6954249" y="6514033"/>
                </a:lnTo>
                <a:cubicBezTo>
                  <a:pt x="6918701" y="6514123"/>
                  <a:pt x="6880374" y="6514018"/>
                  <a:pt x="6838566" y="6513630"/>
                </a:cubicBezTo>
                <a:lnTo>
                  <a:pt x="6790865" y="6514652"/>
                </a:lnTo>
                <a:lnTo>
                  <a:pt x="6717520" y="6518204"/>
                </a:lnTo>
                <a:lnTo>
                  <a:pt x="6690736" y="6516798"/>
                </a:lnTo>
                <a:lnTo>
                  <a:pt x="6604647" y="6518643"/>
                </a:lnTo>
                <a:cubicBezTo>
                  <a:pt x="6383546" y="6528740"/>
                  <a:pt x="6188571" y="6547337"/>
                  <a:pt x="5908782" y="6513630"/>
                </a:cubicBezTo>
                <a:lnTo>
                  <a:pt x="5827432" y="6506155"/>
                </a:lnTo>
                <a:lnTo>
                  <a:pt x="5818169" y="6505897"/>
                </a:lnTo>
                <a:cubicBezTo>
                  <a:pt x="5656134" y="6501940"/>
                  <a:pt x="5476891" y="6500561"/>
                  <a:pt x="5360626" y="6513630"/>
                </a:cubicBezTo>
                <a:cubicBezTo>
                  <a:pt x="5244362" y="6526700"/>
                  <a:pt x="5155294" y="6523407"/>
                  <a:pt x="5082581" y="6518492"/>
                </a:cubicBezTo>
                <a:lnTo>
                  <a:pt x="5011539" y="6513612"/>
                </a:lnTo>
                <a:lnTo>
                  <a:pt x="4978999" y="6513630"/>
                </a:lnTo>
                <a:lnTo>
                  <a:pt x="4947560" y="6512597"/>
                </a:lnTo>
                <a:lnTo>
                  <a:pt x="4902673" y="6513630"/>
                </a:lnTo>
                <a:cubicBezTo>
                  <a:pt x="4851834" y="6520217"/>
                  <a:pt x="4795188" y="6523001"/>
                  <a:pt x="4737076" y="6522747"/>
                </a:cubicBezTo>
                <a:lnTo>
                  <a:pt x="4649328" y="6518160"/>
                </a:lnTo>
                <a:lnTo>
                  <a:pt x="4624935" y="6519597"/>
                </a:lnTo>
                <a:cubicBezTo>
                  <a:pt x="4598495" y="6519851"/>
                  <a:pt x="4566987" y="6518389"/>
                  <a:pt x="4521046" y="6513630"/>
                </a:cubicBezTo>
                <a:lnTo>
                  <a:pt x="4456833" y="6510131"/>
                </a:lnTo>
                <a:lnTo>
                  <a:pt x="4343538" y="6512337"/>
                </a:lnTo>
                <a:cubicBezTo>
                  <a:pt x="4260681" y="6514690"/>
                  <a:pt x="4174545" y="6517475"/>
                  <a:pt x="4104725" y="6513630"/>
                </a:cubicBezTo>
                <a:cubicBezTo>
                  <a:pt x="3965085" y="6505941"/>
                  <a:pt x="3802107" y="6535988"/>
                  <a:pt x="3528815" y="6513630"/>
                </a:cubicBezTo>
                <a:lnTo>
                  <a:pt x="3407613" y="6504978"/>
                </a:lnTo>
                <a:lnTo>
                  <a:pt x="3251268" y="6513630"/>
                </a:lnTo>
                <a:cubicBezTo>
                  <a:pt x="3103602" y="6529652"/>
                  <a:pt x="3004932" y="6519904"/>
                  <a:pt x="2867035" y="6513929"/>
                </a:cubicBezTo>
                <a:lnTo>
                  <a:pt x="2840124" y="6513045"/>
                </a:lnTo>
                <a:lnTo>
                  <a:pt x="2834946" y="6513630"/>
                </a:lnTo>
                <a:cubicBezTo>
                  <a:pt x="2691933" y="6538293"/>
                  <a:pt x="2614008" y="6529004"/>
                  <a:pt x="2502859" y="6520536"/>
                </a:cubicBezTo>
                <a:lnTo>
                  <a:pt x="2442001" y="6517197"/>
                </a:lnTo>
                <a:lnTo>
                  <a:pt x="2438245" y="6517313"/>
                </a:lnTo>
                <a:cubicBezTo>
                  <a:pt x="2401807" y="6517985"/>
                  <a:pt x="2368299" y="6518156"/>
                  <a:pt x="2336678" y="6517988"/>
                </a:cubicBezTo>
                <a:lnTo>
                  <a:pt x="2185932" y="6514754"/>
                </a:lnTo>
                <a:lnTo>
                  <a:pt x="1960620" y="6520062"/>
                </a:lnTo>
                <a:cubicBezTo>
                  <a:pt x="1876521" y="6521810"/>
                  <a:pt x="1788378" y="6523022"/>
                  <a:pt x="1701155" y="6522387"/>
                </a:cubicBezTo>
                <a:lnTo>
                  <a:pt x="1589271" y="6518529"/>
                </a:lnTo>
                <a:lnTo>
                  <a:pt x="1539168" y="6519829"/>
                </a:lnTo>
                <a:cubicBezTo>
                  <a:pt x="1395291" y="6522782"/>
                  <a:pt x="1407110" y="6517174"/>
                  <a:pt x="1287620" y="6513630"/>
                </a:cubicBezTo>
                <a:cubicBezTo>
                  <a:pt x="1168131" y="6510087"/>
                  <a:pt x="1041230" y="6513238"/>
                  <a:pt x="932033" y="6514000"/>
                </a:cubicBezTo>
                <a:lnTo>
                  <a:pt x="918750" y="6513952"/>
                </a:lnTo>
                <a:lnTo>
                  <a:pt x="858917" y="6514806"/>
                </a:lnTo>
                <a:cubicBezTo>
                  <a:pt x="826932" y="6514879"/>
                  <a:pt x="792070" y="6514545"/>
                  <a:pt x="753341" y="6513630"/>
                </a:cubicBezTo>
                <a:cubicBezTo>
                  <a:pt x="443511" y="6506311"/>
                  <a:pt x="354936" y="6524642"/>
                  <a:pt x="17841" y="6513630"/>
                </a:cubicBezTo>
                <a:cubicBezTo>
                  <a:pt x="-956" y="6342673"/>
                  <a:pt x="-10467" y="6012653"/>
                  <a:pt x="17841" y="5799484"/>
                </a:cubicBezTo>
                <a:lnTo>
                  <a:pt x="19845" y="5756408"/>
                </a:lnTo>
                <a:lnTo>
                  <a:pt x="17841" y="5734561"/>
                </a:lnTo>
                <a:cubicBezTo>
                  <a:pt x="13149" y="5695472"/>
                  <a:pt x="12578" y="5648752"/>
                  <a:pt x="13918" y="5598323"/>
                </a:cubicBezTo>
                <a:lnTo>
                  <a:pt x="18180" y="5508699"/>
                </a:lnTo>
                <a:lnTo>
                  <a:pt x="16493" y="5477760"/>
                </a:lnTo>
                <a:cubicBezTo>
                  <a:pt x="8966" y="5369709"/>
                  <a:pt x="1889" y="5260695"/>
                  <a:pt x="17841" y="5150260"/>
                </a:cubicBezTo>
                <a:cubicBezTo>
                  <a:pt x="-3463" y="5038150"/>
                  <a:pt x="-2139" y="4857473"/>
                  <a:pt x="6850" y="4650409"/>
                </a:cubicBezTo>
                <a:lnTo>
                  <a:pt x="14633" y="4498670"/>
                </a:lnTo>
                <a:lnTo>
                  <a:pt x="14494" y="4495758"/>
                </a:lnTo>
                <a:cubicBezTo>
                  <a:pt x="12245" y="4421472"/>
                  <a:pt x="13025" y="4335511"/>
                  <a:pt x="14442" y="4243130"/>
                </a:cubicBezTo>
                <a:lnTo>
                  <a:pt x="16801" y="4091152"/>
                </a:lnTo>
                <a:lnTo>
                  <a:pt x="13537" y="4018512"/>
                </a:lnTo>
                <a:lnTo>
                  <a:pt x="17696" y="3920163"/>
                </a:lnTo>
                <a:lnTo>
                  <a:pt x="17841" y="3851812"/>
                </a:lnTo>
                <a:cubicBezTo>
                  <a:pt x="15571" y="3651484"/>
                  <a:pt x="26219" y="3546077"/>
                  <a:pt x="24551" y="3386181"/>
                </a:cubicBezTo>
                <a:lnTo>
                  <a:pt x="24397" y="3379573"/>
                </a:lnTo>
                <a:lnTo>
                  <a:pt x="22173" y="3327681"/>
                </a:lnTo>
                <a:cubicBezTo>
                  <a:pt x="20895" y="3304536"/>
                  <a:pt x="19446" y="3284181"/>
                  <a:pt x="17841" y="3267510"/>
                </a:cubicBezTo>
                <a:cubicBezTo>
                  <a:pt x="8213" y="3167488"/>
                  <a:pt x="-3113" y="2984082"/>
                  <a:pt x="3931" y="2799801"/>
                </a:cubicBezTo>
                <a:lnTo>
                  <a:pt x="4125" y="2797274"/>
                </a:lnTo>
                <a:lnTo>
                  <a:pt x="3717" y="2776150"/>
                </a:lnTo>
                <a:cubicBezTo>
                  <a:pt x="3237" y="2640023"/>
                  <a:pt x="7465" y="2516197"/>
                  <a:pt x="17841" y="2423520"/>
                </a:cubicBezTo>
                <a:cubicBezTo>
                  <a:pt x="20435" y="2400350"/>
                  <a:pt x="22069" y="2375698"/>
                  <a:pt x="22982" y="2349684"/>
                </a:cubicBezTo>
                <a:lnTo>
                  <a:pt x="23157" y="2331991"/>
                </a:lnTo>
                <a:lnTo>
                  <a:pt x="21648" y="2290240"/>
                </a:lnTo>
                <a:cubicBezTo>
                  <a:pt x="18695" y="2240502"/>
                  <a:pt x="15426" y="2193755"/>
                  <a:pt x="14054" y="2150784"/>
                </a:cubicBezTo>
                <a:lnTo>
                  <a:pt x="17291" y="2050968"/>
                </a:lnTo>
                <a:lnTo>
                  <a:pt x="12351" y="1872365"/>
                </a:lnTo>
                <a:cubicBezTo>
                  <a:pt x="11665" y="1799113"/>
                  <a:pt x="12859" y="1722821"/>
                  <a:pt x="17841" y="1644450"/>
                </a:cubicBezTo>
                <a:lnTo>
                  <a:pt x="21169" y="1569934"/>
                </a:lnTo>
                <a:lnTo>
                  <a:pt x="20488" y="1547698"/>
                </a:lnTo>
                <a:cubicBezTo>
                  <a:pt x="19568" y="1516527"/>
                  <a:pt x="18663" y="1483900"/>
                  <a:pt x="17841" y="1449683"/>
                </a:cubicBezTo>
                <a:cubicBezTo>
                  <a:pt x="11271" y="1175953"/>
                  <a:pt x="1415" y="1152151"/>
                  <a:pt x="17841" y="995226"/>
                </a:cubicBezTo>
                <a:lnTo>
                  <a:pt x="19885" y="968921"/>
                </a:lnTo>
                <a:lnTo>
                  <a:pt x="17841" y="930304"/>
                </a:lnTo>
                <a:cubicBezTo>
                  <a:pt x="7442" y="768208"/>
                  <a:pt x="7865" y="285783"/>
                  <a:pt x="17841" y="21390"/>
                </a:cubicBezTo>
                <a:cubicBezTo>
                  <a:pt x="147136" y="10433"/>
                  <a:pt x="296588" y="9602"/>
                  <a:pt x="440468" y="11925"/>
                </a:cubicBezTo>
                <a:lnTo>
                  <a:pt x="473966" y="12726"/>
                </a:lnTo>
                <a:lnTo>
                  <a:pt x="478805" y="12539"/>
                </a:lnTo>
                <a:lnTo>
                  <a:pt x="484496" y="12977"/>
                </a:lnTo>
                <a:lnTo>
                  <a:pt x="648894" y="16905"/>
                </a:lnTo>
                <a:cubicBezTo>
                  <a:pt x="714833" y="18773"/>
                  <a:pt x="776163" y="20559"/>
                  <a:pt x="829667" y="21390"/>
                </a:cubicBezTo>
                <a:lnTo>
                  <a:pt x="916694" y="22693"/>
                </a:lnTo>
                <a:lnTo>
                  <a:pt x="933747" y="21390"/>
                </a:lnTo>
                <a:cubicBezTo>
                  <a:pt x="1086511" y="12604"/>
                  <a:pt x="1591110" y="15003"/>
                  <a:pt x="1863531" y="21390"/>
                </a:cubicBezTo>
                <a:lnTo>
                  <a:pt x="1920387" y="22646"/>
                </a:lnTo>
                <a:lnTo>
                  <a:pt x="2054705" y="24358"/>
                </a:lnTo>
                <a:cubicBezTo>
                  <a:pt x="2107717" y="24456"/>
                  <a:pt x="2161143" y="23719"/>
                  <a:pt x="2217404" y="21390"/>
                </a:cubicBezTo>
                <a:cubicBezTo>
                  <a:pt x="2442445" y="12073"/>
                  <a:pt x="2732199" y="18194"/>
                  <a:pt x="2911273" y="21390"/>
                </a:cubicBezTo>
                <a:lnTo>
                  <a:pt x="3023675" y="20799"/>
                </a:lnTo>
                <a:lnTo>
                  <a:pt x="3093869" y="15816"/>
                </a:lnTo>
                <a:cubicBezTo>
                  <a:pt x="3182922" y="11551"/>
                  <a:pt x="3301373" y="10993"/>
                  <a:pt x="3429365" y="12165"/>
                </a:cubicBezTo>
                <a:lnTo>
                  <a:pt x="3575555" y="14425"/>
                </a:lnTo>
                <a:lnTo>
                  <a:pt x="3605772" y="13210"/>
                </a:lnTo>
                <a:cubicBezTo>
                  <a:pt x="3774503" y="6974"/>
                  <a:pt x="3960371" y="3465"/>
                  <a:pt x="4063093" y="21390"/>
                </a:cubicBezTo>
                <a:lnTo>
                  <a:pt x="4088792" y="24677"/>
                </a:lnTo>
                <a:lnTo>
                  <a:pt x="4129769" y="25744"/>
                </a:lnTo>
                <a:cubicBezTo>
                  <a:pt x="4269845" y="29597"/>
                  <a:pt x="4297423" y="30995"/>
                  <a:pt x="4403088" y="21390"/>
                </a:cubicBezTo>
                <a:cubicBezTo>
                  <a:pt x="4473592" y="10814"/>
                  <a:pt x="4858406" y="-6032"/>
                  <a:pt x="5096956" y="21390"/>
                </a:cubicBezTo>
                <a:lnTo>
                  <a:pt x="5251798" y="27914"/>
                </a:lnTo>
                <a:lnTo>
                  <a:pt x="5332872" y="21390"/>
                </a:lnTo>
                <a:cubicBezTo>
                  <a:pt x="5422885" y="11295"/>
                  <a:pt x="5502187" y="8863"/>
                  <a:pt x="5576462" y="10240"/>
                </a:cubicBezTo>
                <a:lnTo>
                  <a:pt x="5700011" y="17015"/>
                </a:lnTo>
                <a:lnTo>
                  <a:pt x="5761151" y="15143"/>
                </a:lnTo>
                <a:cubicBezTo>
                  <a:pt x="5846776" y="14123"/>
                  <a:pt x="5935566" y="15403"/>
                  <a:pt x="6026740" y="21390"/>
                </a:cubicBezTo>
                <a:lnTo>
                  <a:pt x="6161088" y="29209"/>
                </a:lnTo>
                <a:lnTo>
                  <a:pt x="6262655" y="21390"/>
                </a:lnTo>
                <a:cubicBezTo>
                  <a:pt x="6405549" y="5694"/>
                  <a:pt x="6517747" y="175"/>
                  <a:pt x="6610089" y="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1337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E6BF2-0CF9-67A5-4BE5-28890459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How CSS Works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458DB3-3DB5-DA71-4472-A79BB36BA2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7448051"/>
              </p:ext>
            </p:extLst>
          </p:nvPr>
        </p:nvGraphicFramePr>
        <p:xfrm>
          <a:off x="838200" y="1929383"/>
          <a:ext cx="10984832" cy="45634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5081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D021B-CA73-BE90-F75B-2EBCF7033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G" b="1" dirty="0"/>
              <a:t>Connecting CSS to HTML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886EE-CED5-2533-405C-78BD95AD9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NG" dirty="0"/>
              <a:t>Our HTML:</a:t>
            </a:r>
          </a:p>
          <a:p>
            <a:pPr marL="457200" lvl="1" indent="0">
              <a:buNone/>
            </a:pPr>
            <a:r>
              <a:rPr lang="en-NG" dirty="0"/>
              <a:t>&lt;head&gt;</a:t>
            </a:r>
          </a:p>
          <a:p>
            <a:pPr marL="457200" lvl="1" indent="0">
              <a:buNone/>
            </a:pPr>
            <a:r>
              <a:rPr lang="en-NG" dirty="0"/>
              <a:t>    &lt;link </a:t>
            </a:r>
            <a:r>
              <a:rPr lang="en-NG" dirty="0" err="1"/>
              <a:t>rel</a:t>
            </a:r>
            <a:r>
              <a:rPr lang="en-NG" dirty="0"/>
              <a:t>="stylesheet" </a:t>
            </a:r>
            <a:r>
              <a:rPr lang="en-NG" dirty="0" err="1"/>
              <a:t>href</a:t>
            </a:r>
            <a:r>
              <a:rPr lang="en-NG" dirty="0"/>
              <a:t>="</a:t>
            </a:r>
            <a:r>
              <a:rPr lang="en-NG" dirty="0" err="1"/>
              <a:t>css</a:t>
            </a:r>
            <a:r>
              <a:rPr lang="en-NG" dirty="0"/>
              <a:t>/style.css"&gt;</a:t>
            </a:r>
          </a:p>
          <a:p>
            <a:pPr marL="457200" lvl="1" indent="0">
              <a:buNone/>
            </a:pPr>
            <a:r>
              <a:rPr lang="en-NG" dirty="0"/>
              <a:t>&lt;/head&gt;</a:t>
            </a:r>
          </a:p>
          <a:p>
            <a:pPr marL="0" indent="0">
              <a:buNone/>
            </a:pPr>
            <a:r>
              <a:rPr lang="en-NG" dirty="0"/>
              <a:t>Our CSS:</a:t>
            </a:r>
          </a:p>
          <a:p>
            <a:pPr marL="457200" lvl="1" indent="0">
              <a:buNone/>
            </a:pPr>
            <a:r>
              <a:rPr lang="en-NG" dirty="0"/>
              <a:t>body {</a:t>
            </a:r>
          </a:p>
          <a:p>
            <a:pPr marL="457200" lvl="1" indent="0">
              <a:buNone/>
            </a:pPr>
            <a:r>
              <a:rPr lang="en-NG" dirty="0"/>
              <a:t>    background-</a:t>
            </a:r>
            <a:r>
              <a:rPr lang="en-NG" dirty="0" err="1"/>
              <a:t>color</a:t>
            </a:r>
            <a:r>
              <a:rPr lang="en-NG" dirty="0"/>
              <a:t>: black;</a:t>
            </a:r>
          </a:p>
          <a:p>
            <a:pPr marL="457200" lvl="1" indent="0">
              <a:buNone/>
            </a:pPr>
            <a:r>
              <a:rPr lang="en-NG" dirty="0"/>
              <a:t>}</a:t>
            </a:r>
          </a:p>
          <a:p>
            <a:pPr marL="0" indent="0">
              <a:buNone/>
            </a:pPr>
            <a:r>
              <a:rPr lang="en-NG" dirty="0"/>
              <a:t>The HTML provides the structure.</a:t>
            </a:r>
          </a:p>
          <a:p>
            <a:pPr marL="0" indent="0">
              <a:buNone/>
            </a:pPr>
            <a:r>
              <a:rPr lang="en-NG" dirty="0"/>
              <a:t>The CSS provides the appearance.</a:t>
            </a:r>
          </a:p>
        </p:txBody>
      </p:sp>
    </p:spTree>
    <p:extLst>
      <p:ext uri="{BB962C8B-B14F-4D97-AF65-F5344CB8AC3E}">
        <p14:creationId xmlns:p14="http://schemas.microsoft.com/office/powerpoint/2010/main" val="3804306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5DA1B-67EF-4FFA-9A25-F4413DA63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875C79-AB54-449E-990C-6A3157409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98897" cy="6858000"/>
          </a:xfrm>
          <a:custGeom>
            <a:avLst/>
            <a:gdLst>
              <a:gd name="connsiteX0" fmla="*/ 0 w 5098897"/>
              <a:gd name="connsiteY0" fmla="*/ 0 h 6858000"/>
              <a:gd name="connsiteX1" fmla="*/ 373710 w 5098897"/>
              <a:gd name="connsiteY1" fmla="*/ 0 h 6858000"/>
              <a:gd name="connsiteX2" fmla="*/ 1558456 w 5098897"/>
              <a:gd name="connsiteY2" fmla="*/ 0 h 6858000"/>
              <a:gd name="connsiteX3" fmla="*/ 5080755 w 5098897"/>
              <a:gd name="connsiteY3" fmla="*/ 0 h 6858000"/>
              <a:gd name="connsiteX4" fmla="*/ 5071148 w 5098897"/>
              <a:gd name="connsiteY4" fmla="*/ 94743 h 6858000"/>
              <a:gd name="connsiteX5" fmla="*/ 5076199 w 5098897"/>
              <a:gd name="connsiteY5" fmla="*/ 421478 h 6858000"/>
              <a:gd name="connsiteX6" fmla="*/ 5080133 w 5098897"/>
              <a:gd name="connsiteY6" fmla="*/ 811578 h 6858000"/>
              <a:gd name="connsiteX7" fmla="*/ 5060462 w 5098897"/>
              <a:gd name="connsiteY7" fmla="*/ 1112800 h 6858000"/>
              <a:gd name="connsiteX8" fmla="*/ 5088255 w 5098897"/>
              <a:gd name="connsiteY8" fmla="*/ 1795349 h 6858000"/>
              <a:gd name="connsiteX9" fmla="*/ 5086606 w 5098897"/>
              <a:gd name="connsiteY9" fmla="*/ 2325572 h 6858000"/>
              <a:gd name="connsiteX10" fmla="*/ 5077468 w 5098897"/>
              <a:gd name="connsiteY10" fmla="*/ 2782173 h 6858000"/>
              <a:gd name="connsiteX11" fmla="*/ 5082925 w 5098897"/>
              <a:gd name="connsiteY11" fmla="*/ 2983199 h 6858000"/>
              <a:gd name="connsiteX12" fmla="*/ 5069219 w 5098897"/>
              <a:gd name="connsiteY12" fmla="*/ 3528424 h 6858000"/>
              <a:gd name="connsiteX13" fmla="*/ 5079752 w 5098897"/>
              <a:gd name="connsiteY13" fmla="*/ 4333548 h 6858000"/>
              <a:gd name="connsiteX14" fmla="*/ 5078864 w 5098897"/>
              <a:gd name="connsiteY14" fmla="*/ 5023089 h 6858000"/>
              <a:gd name="connsiteX15" fmla="*/ 5083179 w 5098897"/>
              <a:gd name="connsiteY15" fmla="*/ 5248657 h 6858000"/>
              <a:gd name="connsiteX16" fmla="*/ 5083179 w 5098897"/>
              <a:gd name="connsiteY16" fmla="*/ 5462145 h 6858000"/>
              <a:gd name="connsiteX17" fmla="*/ 5045104 w 5098897"/>
              <a:gd name="connsiteY17" fmla="*/ 6116592 h 6858000"/>
              <a:gd name="connsiteX18" fmla="*/ 5060560 w 5098897"/>
              <a:gd name="connsiteY18" fmla="*/ 6703830 h 6858000"/>
              <a:gd name="connsiteX19" fmla="*/ 5078455 w 5098897"/>
              <a:gd name="connsiteY19" fmla="*/ 6858000 h 6858000"/>
              <a:gd name="connsiteX20" fmla="*/ 1558456 w 5098897"/>
              <a:gd name="connsiteY20" fmla="*/ 6858000 h 6858000"/>
              <a:gd name="connsiteX21" fmla="*/ 373710 w 5098897"/>
              <a:gd name="connsiteY21" fmla="*/ 6858000 h 6858000"/>
              <a:gd name="connsiteX22" fmla="*/ 0 w 5098897"/>
              <a:gd name="connsiteY2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098897" h="6858000">
                <a:moveTo>
                  <a:pt x="0" y="0"/>
                </a:moveTo>
                <a:lnTo>
                  <a:pt x="373710" y="0"/>
                </a:lnTo>
                <a:lnTo>
                  <a:pt x="1558456" y="0"/>
                </a:lnTo>
                <a:lnTo>
                  <a:pt x="5080755" y="0"/>
                </a:lnTo>
                <a:lnTo>
                  <a:pt x="5071148" y="94743"/>
                </a:lnTo>
                <a:cubicBezTo>
                  <a:pt x="5064301" y="203476"/>
                  <a:pt x="5068965" y="312476"/>
                  <a:pt x="5076199" y="421478"/>
                </a:cubicBezTo>
                <a:cubicBezTo>
                  <a:pt x="5087025" y="551239"/>
                  <a:pt x="5088345" y="681629"/>
                  <a:pt x="5080133" y="811578"/>
                </a:cubicBezTo>
                <a:cubicBezTo>
                  <a:pt x="5072138" y="911901"/>
                  <a:pt x="5063127" y="1012222"/>
                  <a:pt x="5060462" y="1112800"/>
                </a:cubicBezTo>
                <a:cubicBezTo>
                  <a:pt x="5054115" y="1341673"/>
                  <a:pt x="5073153" y="1568129"/>
                  <a:pt x="5088255" y="1795349"/>
                </a:cubicBezTo>
                <a:cubicBezTo>
                  <a:pt x="5099932" y="1972217"/>
                  <a:pt x="5105389" y="2148830"/>
                  <a:pt x="5086606" y="2325572"/>
                </a:cubicBezTo>
                <a:cubicBezTo>
                  <a:pt x="5070615" y="2477390"/>
                  <a:pt x="5062238" y="2629462"/>
                  <a:pt x="5077468" y="2782173"/>
                </a:cubicBezTo>
                <a:cubicBezTo>
                  <a:pt x="5084194" y="2848928"/>
                  <a:pt x="5091429" y="2916445"/>
                  <a:pt x="5082925" y="2983199"/>
                </a:cubicBezTo>
                <a:cubicBezTo>
                  <a:pt x="5059953" y="3164643"/>
                  <a:pt x="5063508" y="3346598"/>
                  <a:pt x="5069219" y="3528424"/>
                </a:cubicBezTo>
                <a:cubicBezTo>
                  <a:pt x="5077722" y="3796840"/>
                  <a:pt x="5091809" y="4064876"/>
                  <a:pt x="5079752" y="4333548"/>
                </a:cubicBezTo>
                <a:cubicBezTo>
                  <a:pt x="5069472" y="4563183"/>
                  <a:pt x="5086098" y="4793201"/>
                  <a:pt x="5078864" y="5023089"/>
                </a:cubicBezTo>
                <a:cubicBezTo>
                  <a:pt x="5076427" y="5098301"/>
                  <a:pt x="5077874" y="5173586"/>
                  <a:pt x="5083179" y="5248657"/>
                </a:cubicBezTo>
                <a:cubicBezTo>
                  <a:pt x="5089716" y="5319671"/>
                  <a:pt x="5089716" y="5391131"/>
                  <a:pt x="5083179" y="5462145"/>
                </a:cubicBezTo>
                <a:cubicBezTo>
                  <a:pt x="5058684" y="5679573"/>
                  <a:pt x="5048659" y="5898020"/>
                  <a:pt x="5045104" y="6116592"/>
                </a:cubicBezTo>
                <a:cubicBezTo>
                  <a:pt x="5041868" y="6312661"/>
                  <a:pt x="5043486" y="6508657"/>
                  <a:pt x="5060560" y="6703830"/>
                </a:cubicBezTo>
                <a:lnTo>
                  <a:pt x="5078455" y="6858000"/>
                </a:lnTo>
                <a:lnTo>
                  <a:pt x="1558456" y="6858000"/>
                </a:lnTo>
                <a:lnTo>
                  <a:pt x="373710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B095D-8873-415D-403C-758B8152E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643467"/>
            <a:ext cx="3451237" cy="5571066"/>
          </a:xfrm>
        </p:spPr>
        <p:txBody>
          <a:bodyPr anchor="ctr">
            <a:normAutofit/>
          </a:bodyPr>
          <a:lstStyle/>
          <a:p>
            <a:r>
              <a:rPr lang="en-NG" sz="5600" b="1">
                <a:solidFill>
                  <a:schemeClr val="bg1"/>
                </a:solidFill>
              </a:rPr>
              <a:t>CSS Selectors</a:t>
            </a:r>
            <a:endParaRPr lang="en-NG" sz="56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EF787-998F-3AF7-4E60-DEDBAF192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434" y="643467"/>
            <a:ext cx="5784317" cy="5571066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NG" sz="2400" dirty="0"/>
              <a:t>We can select HTML elements.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2400" b="1" dirty="0"/>
              <a:t>Element selector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dirty="0"/>
              <a:t>p 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dirty="0"/>
              <a:t>    </a:t>
            </a:r>
            <a:r>
              <a:rPr lang="en-NG" dirty="0" err="1"/>
              <a:t>color</a:t>
            </a:r>
            <a:r>
              <a:rPr lang="en-NG" dirty="0"/>
              <a:t>: white;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2400" b="1" dirty="0"/>
              <a:t>Class selector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dirty="0"/>
              <a:t>.card 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dirty="0"/>
              <a:t>    padding: 20px;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2400" dirty="0"/>
              <a:t>HTML: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dirty="0"/>
              <a:t>&lt;div class="card"&gt;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2400" b="1" dirty="0"/>
              <a:t>ID selector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dirty="0"/>
              <a:t>#hero 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dirty="0"/>
              <a:t>    background-</a:t>
            </a:r>
            <a:r>
              <a:rPr lang="en-NG" dirty="0" err="1"/>
              <a:t>color</a:t>
            </a:r>
            <a:r>
              <a:rPr lang="en-NG" dirty="0"/>
              <a:t>: black;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4722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FC314-723F-DD07-889C-C6E8BAA62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NG" sz="6600">
                <a:solidFill>
                  <a:schemeClr val="bg1"/>
                </a:solidFill>
              </a:rPr>
              <a:t>Colors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CE6D59-AF19-F8A2-9A6F-82C0DFEE6B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553305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9041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A3CC5-EEE1-1838-5FE5-3FDCECC1F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Build Your </a:t>
            </a:r>
            <a:r>
              <a:rPr lang="en-NG" dirty="0" err="1"/>
              <a:t>Color</a:t>
            </a:r>
            <a:r>
              <a:rPr lang="en-NG" dirty="0"/>
              <a:t> Identity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4E2FC3-F44A-F84C-D3ED-74A167F991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0637371"/>
              </p:ext>
            </p:extLst>
          </p:nvPr>
        </p:nvGraphicFramePr>
        <p:xfrm>
          <a:off x="838199" y="1929383"/>
          <a:ext cx="10952747" cy="45634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9107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5DA1B-67EF-4FFA-9A25-F4413DA63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875C79-AB54-449E-990C-6A3157409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98897" cy="6858000"/>
          </a:xfrm>
          <a:custGeom>
            <a:avLst/>
            <a:gdLst>
              <a:gd name="connsiteX0" fmla="*/ 0 w 5098897"/>
              <a:gd name="connsiteY0" fmla="*/ 0 h 6858000"/>
              <a:gd name="connsiteX1" fmla="*/ 373710 w 5098897"/>
              <a:gd name="connsiteY1" fmla="*/ 0 h 6858000"/>
              <a:gd name="connsiteX2" fmla="*/ 1558456 w 5098897"/>
              <a:gd name="connsiteY2" fmla="*/ 0 h 6858000"/>
              <a:gd name="connsiteX3" fmla="*/ 5080755 w 5098897"/>
              <a:gd name="connsiteY3" fmla="*/ 0 h 6858000"/>
              <a:gd name="connsiteX4" fmla="*/ 5071148 w 5098897"/>
              <a:gd name="connsiteY4" fmla="*/ 94743 h 6858000"/>
              <a:gd name="connsiteX5" fmla="*/ 5076199 w 5098897"/>
              <a:gd name="connsiteY5" fmla="*/ 421478 h 6858000"/>
              <a:gd name="connsiteX6" fmla="*/ 5080133 w 5098897"/>
              <a:gd name="connsiteY6" fmla="*/ 811578 h 6858000"/>
              <a:gd name="connsiteX7" fmla="*/ 5060462 w 5098897"/>
              <a:gd name="connsiteY7" fmla="*/ 1112800 h 6858000"/>
              <a:gd name="connsiteX8" fmla="*/ 5088255 w 5098897"/>
              <a:gd name="connsiteY8" fmla="*/ 1795349 h 6858000"/>
              <a:gd name="connsiteX9" fmla="*/ 5086606 w 5098897"/>
              <a:gd name="connsiteY9" fmla="*/ 2325572 h 6858000"/>
              <a:gd name="connsiteX10" fmla="*/ 5077468 w 5098897"/>
              <a:gd name="connsiteY10" fmla="*/ 2782173 h 6858000"/>
              <a:gd name="connsiteX11" fmla="*/ 5082925 w 5098897"/>
              <a:gd name="connsiteY11" fmla="*/ 2983199 h 6858000"/>
              <a:gd name="connsiteX12" fmla="*/ 5069219 w 5098897"/>
              <a:gd name="connsiteY12" fmla="*/ 3528424 h 6858000"/>
              <a:gd name="connsiteX13" fmla="*/ 5079752 w 5098897"/>
              <a:gd name="connsiteY13" fmla="*/ 4333548 h 6858000"/>
              <a:gd name="connsiteX14" fmla="*/ 5078864 w 5098897"/>
              <a:gd name="connsiteY14" fmla="*/ 5023089 h 6858000"/>
              <a:gd name="connsiteX15" fmla="*/ 5083179 w 5098897"/>
              <a:gd name="connsiteY15" fmla="*/ 5248657 h 6858000"/>
              <a:gd name="connsiteX16" fmla="*/ 5083179 w 5098897"/>
              <a:gd name="connsiteY16" fmla="*/ 5462145 h 6858000"/>
              <a:gd name="connsiteX17" fmla="*/ 5045104 w 5098897"/>
              <a:gd name="connsiteY17" fmla="*/ 6116592 h 6858000"/>
              <a:gd name="connsiteX18" fmla="*/ 5060560 w 5098897"/>
              <a:gd name="connsiteY18" fmla="*/ 6703830 h 6858000"/>
              <a:gd name="connsiteX19" fmla="*/ 5078455 w 5098897"/>
              <a:gd name="connsiteY19" fmla="*/ 6858000 h 6858000"/>
              <a:gd name="connsiteX20" fmla="*/ 1558456 w 5098897"/>
              <a:gd name="connsiteY20" fmla="*/ 6858000 h 6858000"/>
              <a:gd name="connsiteX21" fmla="*/ 373710 w 5098897"/>
              <a:gd name="connsiteY21" fmla="*/ 6858000 h 6858000"/>
              <a:gd name="connsiteX22" fmla="*/ 0 w 5098897"/>
              <a:gd name="connsiteY2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098897" h="6858000">
                <a:moveTo>
                  <a:pt x="0" y="0"/>
                </a:moveTo>
                <a:lnTo>
                  <a:pt x="373710" y="0"/>
                </a:lnTo>
                <a:lnTo>
                  <a:pt x="1558456" y="0"/>
                </a:lnTo>
                <a:lnTo>
                  <a:pt x="5080755" y="0"/>
                </a:lnTo>
                <a:lnTo>
                  <a:pt x="5071148" y="94743"/>
                </a:lnTo>
                <a:cubicBezTo>
                  <a:pt x="5064301" y="203476"/>
                  <a:pt x="5068965" y="312476"/>
                  <a:pt x="5076199" y="421478"/>
                </a:cubicBezTo>
                <a:cubicBezTo>
                  <a:pt x="5087025" y="551239"/>
                  <a:pt x="5088345" y="681629"/>
                  <a:pt x="5080133" y="811578"/>
                </a:cubicBezTo>
                <a:cubicBezTo>
                  <a:pt x="5072138" y="911901"/>
                  <a:pt x="5063127" y="1012222"/>
                  <a:pt x="5060462" y="1112800"/>
                </a:cubicBezTo>
                <a:cubicBezTo>
                  <a:pt x="5054115" y="1341673"/>
                  <a:pt x="5073153" y="1568129"/>
                  <a:pt x="5088255" y="1795349"/>
                </a:cubicBezTo>
                <a:cubicBezTo>
                  <a:pt x="5099932" y="1972217"/>
                  <a:pt x="5105389" y="2148830"/>
                  <a:pt x="5086606" y="2325572"/>
                </a:cubicBezTo>
                <a:cubicBezTo>
                  <a:pt x="5070615" y="2477390"/>
                  <a:pt x="5062238" y="2629462"/>
                  <a:pt x="5077468" y="2782173"/>
                </a:cubicBezTo>
                <a:cubicBezTo>
                  <a:pt x="5084194" y="2848928"/>
                  <a:pt x="5091429" y="2916445"/>
                  <a:pt x="5082925" y="2983199"/>
                </a:cubicBezTo>
                <a:cubicBezTo>
                  <a:pt x="5059953" y="3164643"/>
                  <a:pt x="5063508" y="3346598"/>
                  <a:pt x="5069219" y="3528424"/>
                </a:cubicBezTo>
                <a:cubicBezTo>
                  <a:pt x="5077722" y="3796840"/>
                  <a:pt x="5091809" y="4064876"/>
                  <a:pt x="5079752" y="4333548"/>
                </a:cubicBezTo>
                <a:cubicBezTo>
                  <a:pt x="5069472" y="4563183"/>
                  <a:pt x="5086098" y="4793201"/>
                  <a:pt x="5078864" y="5023089"/>
                </a:cubicBezTo>
                <a:cubicBezTo>
                  <a:pt x="5076427" y="5098301"/>
                  <a:pt x="5077874" y="5173586"/>
                  <a:pt x="5083179" y="5248657"/>
                </a:cubicBezTo>
                <a:cubicBezTo>
                  <a:pt x="5089716" y="5319671"/>
                  <a:pt x="5089716" y="5391131"/>
                  <a:pt x="5083179" y="5462145"/>
                </a:cubicBezTo>
                <a:cubicBezTo>
                  <a:pt x="5058684" y="5679573"/>
                  <a:pt x="5048659" y="5898020"/>
                  <a:pt x="5045104" y="6116592"/>
                </a:cubicBezTo>
                <a:cubicBezTo>
                  <a:pt x="5041868" y="6312661"/>
                  <a:pt x="5043486" y="6508657"/>
                  <a:pt x="5060560" y="6703830"/>
                </a:cubicBezTo>
                <a:lnTo>
                  <a:pt x="5078455" y="6858000"/>
                </a:lnTo>
                <a:lnTo>
                  <a:pt x="1558456" y="6858000"/>
                </a:lnTo>
                <a:lnTo>
                  <a:pt x="373710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ED2A5F-2A40-3D96-0F88-44EAEF9C6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643467"/>
            <a:ext cx="3451237" cy="5571066"/>
          </a:xfrm>
        </p:spPr>
        <p:txBody>
          <a:bodyPr anchor="ctr">
            <a:normAutofit/>
          </a:bodyPr>
          <a:lstStyle/>
          <a:p>
            <a:r>
              <a:rPr lang="en-NG" sz="5100">
                <a:solidFill>
                  <a:schemeClr val="bg1"/>
                </a:solidFill>
              </a:rPr>
              <a:t>Typography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BEE53-9926-A22F-E18A-1873F635D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434" y="643467"/>
            <a:ext cx="5784317" cy="557106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NG" dirty="0"/>
              <a:t>Typography controls how text looks.</a:t>
            </a:r>
          </a:p>
          <a:p>
            <a:pPr marL="0" indent="0">
              <a:buNone/>
            </a:pPr>
            <a:r>
              <a:rPr lang="en-NG" dirty="0"/>
              <a:t>CSS can control:</a:t>
            </a:r>
          </a:p>
          <a:p>
            <a:pPr marL="457200" lvl="1" indent="0">
              <a:buNone/>
            </a:pPr>
            <a:r>
              <a:rPr lang="en-NG" dirty="0"/>
              <a:t>font-family</a:t>
            </a:r>
          </a:p>
          <a:p>
            <a:pPr marL="457200" lvl="1" indent="0">
              <a:buNone/>
            </a:pPr>
            <a:r>
              <a:rPr lang="en-NG" dirty="0"/>
              <a:t>font-size</a:t>
            </a:r>
          </a:p>
          <a:p>
            <a:pPr marL="457200" lvl="1" indent="0">
              <a:buNone/>
            </a:pPr>
            <a:r>
              <a:rPr lang="en-NG" dirty="0"/>
              <a:t>font-weight</a:t>
            </a:r>
          </a:p>
          <a:p>
            <a:pPr marL="457200" lvl="1" indent="0">
              <a:buNone/>
            </a:pPr>
            <a:r>
              <a:rPr lang="en-NG" dirty="0"/>
              <a:t>line-height</a:t>
            </a:r>
          </a:p>
          <a:p>
            <a:pPr marL="0" indent="0">
              <a:buNone/>
            </a:pPr>
            <a:r>
              <a:rPr lang="en-NG" dirty="0"/>
              <a:t>Example:</a:t>
            </a:r>
          </a:p>
          <a:p>
            <a:pPr marL="457200" lvl="1" indent="0">
              <a:buNone/>
            </a:pPr>
            <a:r>
              <a:rPr lang="en-NG" dirty="0"/>
              <a:t>h1 {</a:t>
            </a:r>
          </a:p>
          <a:p>
            <a:pPr marL="457200" lvl="1" indent="0">
              <a:buNone/>
            </a:pPr>
            <a:r>
              <a:rPr lang="en-NG" dirty="0"/>
              <a:t>    font-size: 48px;</a:t>
            </a:r>
          </a:p>
          <a:p>
            <a:pPr marL="457200" lvl="1" indent="0">
              <a:buNone/>
            </a:pPr>
            <a:r>
              <a:rPr lang="en-NG" dirty="0"/>
              <a:t>    font-weight: bold;</a:t>
            </a:r>
          </a:p>
          <a:p>
            <a:pPr marL="457200" lvl="1" indent="0">
              <a:buNone/>
            </a:pPr>
            <a:r>
              <a:rPr lang="en-NG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4081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872DB3-97A2-2AF9-2CF5-9854F10E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NG" dirty="0"/>
              <a:t>Why Spacing Matters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084" y="253288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25450 w 3291840"/>
              <a:gd name="csY1" fmla="*/ 0 h 18288"/>
              <a:gd name="csX2" fmla="*/ 1283818 w 3291840"/>
              <a:gd name="csY2" fmla="*/ 0 h 18288"/>
              <a:gd name="csX3" fmla="*/ 1975104 w 3291840"/>
              <a:gd name="csY3" fmla="*/ 0 h 18288"/>
              <a:gd name="csX4" fmla="*/ 2666390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567635 w 3291840"/>
              <a:gd name="csY7" fmla="*/ 18288 h 18288"/>
              <a:gd name="csX8" fmla="*/ 1843430 w 3291840"/>
              <a:gd name="csY8" fmla="*/ 18288 h 18288"/>
              <a:gd name="csX9" fmla="*/ 1185062 w 3291840"/>
              <a:gd name="csY9" fmla="*/ 18288 h 18288"/>
              <a:gd name="csX10" fmla="*/ 0 w 3291840"/>
              <a:gd name="csY10" fmla="*/ 18288 h 18288"/>
              <a:gd name="csX11" fmla="*/ 0 w 3291840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613" y="5552"/>
                  <a:pt x="489242" y="1770"/>
                  <a:pt x="625450" y="0"/>
                </a:cubicBezTo>
                <a:cubicBezTo>
                  <a:pt x="761658" y="-1770"/>
                  <a:pt x="1015131" y="32079"/>
                  <a:pt x="1283818" y="0"/>
                </a:cubicBezTo>
                <a:cubicBezTo>
                  <a:pt x="1552505" y="-32079"/>
                  <a:pt x="1752773" y="10771"/>
                  <a:pt x="1975104" y="0"/>
                </a:cubicBezTo>
                <a:cubicBezTo>
                  <a:pt x="2197435" y="-10771"/>
                  <a:pt x="2433070" y="21341"/>
                  <a:pt x="2666390" y="0"/>
                </a:cubicBezTo>
                <a:cubicBezTo>
                  <a:pt x="2899710" y="-21341"/>
                  <a:pt x="3028437" y="16612"/>
                  <a:pt x="3291840" y="0"/>
                </a:cubicBezTo>
                <a:cubicBezTo>
                  <a:pt x="3291131" y="8157"/>
                  <a:pt x="3291427" y="12125"/>
                  <a:pt x="3291840" y="18288"/>
                </a:cubicBezTo>
                <a:cubicBezTo>
                  <a:pt x="3043276" y="37868"/>
                  <a:pt x="2921041" y="-12908"/>
                  <a:pt x="2567635" y="18288"/>
                </a:cubicBezTo>
                <a:cubicBezTo>
                  <a:pt x="2214230" y="49484"/>
                  <a:pt x="2189623" y="-13019"/>
                  <a:pt x="1843430" y="18288"/>
                </a:cubicBezTo>
                <a:cubicBezTo>
                  <a:pt x="1497237" y="49595"/>
                  <a:pt x="1492584" y="29180"/>
                  <a:pt x="1185062" y="18288"/>
                </a:cubicBezTo>
                <a:cubicBezTo>
                  <a:pt x="877540" y="7396"/>
                  <a:pt x="313238" y="464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281971" y="23935"/>
                  <a:pt x="485873" y="-14021"/>
                  <a:pt x="625450" y="0"/>
                </a:cubicBezTo>
                <a:cubicBezTo>
                  <a:pt x="765027" y="14021"/>
                  <a:pt x="1048900" y="27914"/>
                  <a:pt x="1185062" y="0"/>
                </a:cubicBezTo>
                <a:cubicBezTo>
                  <a:pt x="1321224" y="-27914"/>
                  <a:pt x="1648252" y="-3988"/>
                  <a:pt x="1909267" y="0"/>
                </a:cubicBezTo>
                <a:cubicBezTo>
                  <a:pt x="2170282" y="3988"/>
                  <a:pt x="2301957" y="25891"/>
                  <a:pt x="2534717" y="0"/>
                </a:cubicBezTo>
                <a:cubicBezTo>
                  <a:pt x="2767477" y="-25891"/>
                  <a:pt x="3078800" y="21500"/>
                  <a:pt x="3291840" y="0"/>
                </a:cubicBezTo>
                <a:cubicBezTo>
                  <a:pt x="3291576" y="4493"/>
                  <a:pt x="3292224" y="9472"/>
                  <a:pt x="3291840" y="18288"/>
                </a:cubicBezTo>
                <a:cubicBezTo>
                  <a:pt x="3120474" y="15714"/>
                  <a:pt x="2816568" y="4633"/>
                  <a:pt x="2633472" y="18288"/>
                </a:cubicBezTo>
                <a:cubicBezTo>
                  <a:pt x="2450376" y="31943"/>
                  <a:pt x="2160769" y="37350"/>
                  <a:pt x="1909267" y="18288"/>
                </a:cubicBezTo>
                <a:cubicBezTo>
                  <a:pt x="1657765" y="-774"/>
                  <a:pt x="1623992" y="9648"/>
                  <a:pt x="1349654" y="18288"/>
                </a:cubicBezTo>
                <a:cubicBezTo>
                  <a:pt x="1075316" y="26928"/>
                  <a:pt x="833426" y="34181"/>
                  <a:pt x="691286" y="18288"/>
                </a:cubicBezTo>
                <a:cubicBezTo>
                  <a:pt x="549146" y="2395"/>
                  <a:pt x="342011" y="24201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EB135"/>
          </a:solidFill>
          <a:ln w="38100" cap="rnd">
            <a:solidFill>
              <a:srgbClr val="FEB13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A5E71-7F6E-BE50-8730-C1CD6BC6A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4023360" cy="3664818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NG" sz="2400" dirty="0"/>
              <a:t>A website can have good content but still look bad if everything is crowded.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2400" dirty="0"/>
              <a:t>CSS gives us:</a:t>
            </a:r>
          </a:p>
          <a:p>
            <a:pPr lvl="1">
              <a:lnSpc>
                <a:spcPct val="100000"/>
              </a:lnSpc>
            </a:pPr>
            <a:r>
              <a:rPr lang="en-NG" dirty="0"/>
              <a:t>margin</a:t>
            </a:r>
          </a:p>
          <a:p>
            <a:pPr lvl="1">
              <a:lnSpc>
                <a:spcPct val="100000"/>
              </a:lnSpc>
            </a:pPr>
            <a:r>
              <a:rPr lang="en-NG" dirty="0"/>
              <a:t>padding</a:t>
            </a:r>
          </a:p>
          <a:p>
            <a:pPr lvl="1">
              <a:lnSpc>
                <a:spcPct val="100000"/>
              </a:lnSpc>
            </a:pPr>
            <a:r>
              <a:rPr lang="en-NG" dirty="0"/>
              <a:t>gap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2400" dirty="0"/>
              <a:t>Think: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2400" b="1" dirty="0"/>
              <a:t>Margin = space outside</a:t>
            </a:r>
            <a:endParaRPr lang="en-NG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NG" sz="2400" b="1" dirty="0"/>
              <a:t>Padding = space inside</a:t>
            </a:r>
            <a:endParaRPr lang="en-NG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 descr="https://images.openai.com/static-rsc-4/tSbE1BRf1rV-UAeJk_JYrLD9WVG0LuOJgYecJa1N8xcvadnWaYphiF8xZE7V6iyuDZoJc-mAOQ1PeWS_8JyFGTBLDoG1RSp_72rAgbG4kAdiU7KZBA5nIDDMLFE2rga8LAztRwFGp4ob1jXWdpdZWXGXZJ8HJp6KWxlIVj0V22kafHsrkgospqP-0WkKXIM1?purpose=fullsize">
            <a:extLst>
              <a:ext uri="{FF2B5EF4-FFF2-40B4-BE49-F238E27FC236}">
                <a16:creationId xmlns:a16="http://schemas.microsoft.com/office/drawing/2014/main" id="{CD4B5E07-4F5C-7AAA-DC7F-AC82901FC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081735"/>
            <a:ext cx="6903720" cy="469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026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515029-1D48-3A54-2234-A9284176F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NG" sz="6100"/>
              <a:t>The CSS Box Model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239572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AB717D"/>
          </a:solidFill>
          <a:ln w="38100" cap="rnd">
            <a:solidFill>
              <a:srgbClr val="AB717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AF904-FA81-4BA6-1A37-504AB8E39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NG" sz="2000" dirty="0"/>
              <a:t>Every HTML element can be thought of as a box.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2000" dirty="0"/>
              <a:t>Margin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2000" dirty="0"/>
              <a:t> └── Border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2000" dirty="0"/>
              <a:t>      └── Padding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2000" dirty="0"/>
              <a:t>           └── Content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2000" dirty="0"/>
              <a:t>Example: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2000" dirty="0"/>
              <a:t>.card 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2000" dirty="0"/>
              <a:t>    padding: 20px;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2000" dirty="0"/>
              <a:t>    margin: 20px;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2000" dirty="0"/>
              <a:t>}</a:t>
            </a:r>
          </a:p>
        </p:txBody>
      </p: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1FA5602D-C5A6-0121-6CA6-FBE0D99176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69" r="18139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0905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45DEEED-BE3A-4307-800A-45F555B51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5C73706-35AD-4797-B796-D806B8FE5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5006297" cy="6858000"/>
          </a:xfrm>
          <a:custGeom>
            <a:avLst/>
            <a:gdLst>
              <a:gd name="connsiteX0" fmla="*/ 5006297 w 5006297"/>
              <a:gd name="connsiteY0" fmla="*/ 0 h 6858000"/>
              <a:gd name="connsiteX1" fmla="*/ 1229608 w 5006297"/>
              <a:gd name="connsiteY1" fmla="*/ 0 h 6858000"/>
              <a:gd name="connsiteX2" fmla="*/ 1128285 w 5006297"/>
              <a:gd name="connsiteY2" fmla="*/ 156518 h 6858000"/>
              <a:gd name="connsiteX3" fmla="*/ 768782 w 5006297"/>
              <a:gd name="connsiteY3" fmla="*/ 825746 h 6858000"/>
              <a:gd name="connsiteX4" fmla="*/ 743290 w 5006297"/>
              <a:gd name="connsiteY4" fmla="*/ 860183 h 6858000"/>
              <a:gd name="connsiteX5" fmla="*/ 787138 w 5006297"/>
              <a:gd name="connsiteY5" fmla="*/ 756243 h 6858000"/>
              <a:gd name="connsiteX6" fmla="*/ 980544 w 5006297"/>
              <a:gd name="connsiteY6" fmla="*/ 339016 h 6858000"/>
              <a:gd name="connsiteX7" fmla="*/ 1161966 w 5006297"/>
              <a:gd name="connsiteY7" fmla="*/ 0 h 6858000"/>
              <a:gd name="connsiteX8" fmla="*/ 1104491 w 5006297"/>
              <a:gd name="connsiteY8" fmla="*/ 0 h 6858000"/>
              <a:gd name="connsiteX9" fmla="*/ 993044 w 5006297"/>
              <a:gd name="connsiteY9" fmla="*/ 204247 h 6858000"/>
              <a:gd name="connsiteX10" fmla="*/ 494731 w 5006297"/>
              <a:gd name="connsiteY10" fmla="*/ 1375322 h 6858000"/>
              <a:gd name="connsiteX11" fmla="*/ 46559 w 5006297"/>
              <a:gd name="connsiteY11" fmla="*/ 3329787 h 6858000"/>
              <a:gd name="connsiteX12" fmla="*/ 12272 w 5006297"/>
              <a:gd name="connsiteY12" fmla="*/ 4352595 h 6858000"/>
              <a:gd name="connsiteX13" fmla="*/ 171094 w 5006297"/>
              <a:gd name="connsiteY13" fmla="*/ 5544543 h 6858000"/>
              <a:gd name="connsiteX14" fmla="*/ 538125 w 5006297"/>
              <a:gd name="connsiteY14" fmla="*/ 6816123 h 6858000"/>
              <a:gd name="connsiteX15" fmla="*/ 555724 w 5006297"/>
              <a:gd name="connsiteY15" fmla="*/ 6858000 h 6858000"/>
              <a:gd name="connsiteX16" fmla="*/ 608303 w 5006297"/>
              <a:gd name="connsiteY16" fmla="*/ 6858000 h 6858000"/>
              <a:gd name="connsiteX17" fmla="*/ 596366 w 5006297"/>
              <a:gd name="connsiteY17" fmla="*/ 6829337 h 6858000"/>
              <a:gd name="connsiteX18" fmla="*/ 364843 w 5006297"/>
              <a:gd name="connsiteY18" fmla="*/ 6132604 h 6858000"/>
              <a:gd name="connsiteX19" fmla="*/ 213412 w 5006297"/>
              <a:gd name="connsiteY19" fmla="*/ 5505676 h 6858000"/>
              <a:gd name="connsiteX20" fmla="*/ 211628 w 5006297"/>
              <a:gd name="connsiteY20" fmla="*/ 5472254 h 6858000"/>
              <a:gd name="connsiteX21" fmla="*/ 311945 w 5006297"/>
              <a:gd name="connsiteY21" fmla="*/ 5821167 h 6858000"/>
              <a:gd name="connsiteX22" fmla="*/ 623960 w 5006297"/>
              <a:gd name="connsiteY22" fmla="*/ 6658826 h 6858000"/>
              <a:gd name="connsiteX23" fmla="*/ 717350 w 5006297"/>
              <a:gd name="connsiteY23" fmla="*/ 6858000 h 6858000"/>
              <a:gd name="connsiteX24" fmla="*/ 5006297 w 5006297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006297" h="6858000">
                <a:moveTo>
                  <a:pt x="5006297" y="0"/>
                </a:moveTo>
                <a:lnTo>
                  <a:pt x="1229608" y="0"/>
                </a:lnTo>
                <a:lnTo>
                  <a:pt x="1128285" y="156518"/>
                </a:lnTo>
                <a:cubicBezTo>
                  <a:pt x="996915" y="372642"/>
                  <a:pt x="877575" y="596029"/>
                  <a:pt x="768782" y="825746"/>
                </a:cubicBezTo>
                <a:cubicBezTo>
                  <a:pt x="763429" y="839224"/>
                  <a:pt x="754646" y="851089"/>
                  <a:pt x="743290" y="860183"/>
                </a:cubicBezTo>
                <a:cubicBezTo>
                  <a:pt x="757948" y="825621"/>
                  <a:pt x="772224" y="790805"/>
                  <a:pt x="787138" y="756243"/>
                </a:cubicBezTo>
                <a:cubicBezTo>
                  <a:pt x="848067" y="615114"/>
                  <a:pt x="912406" y="475964"/>
                  <a:pt x="980544" y="339016"/>
                </a:cubicBezTo>
                <a:lnTo>
                  <a:pt x="1161966" y="0"/>
                </a:lnTo>
                <a:lnTo>
                  <a:pt x="1104491" y="0"/>
                </a:lnTo>
                <a:lnTo>
                  <a:pt x="993044" y="204247"/>
                </a:lnTo>
                <a:cubicBezTo>
                  <a:pt x="798291" y="579761"/>
                  <a:pt x="634561" y="971401"/>
                  <a:pt x="494731" y="1375322"/>
                </a:cubicBezTo>
                <a:cubicBezTo>
                  <a:pt x="277072" y="2009491"/>
                  <a:pt x="126862" y="2664550"/>
                  <a:pt x="46559" y="3329787"/>
                </a:cubicBezTo>
                <a:cubicBezTo>
                  <a:pt x="4496" y="3670216"/>
                  <a:pt x="-14242" y="4010141"/>
                  <a:pt x="12272" y="4352595"/>
                </a:cubicBezTo>
                <a:cubicBezTo>
                  <a:pt x="43627" y="4752907"/>
                  <a:pt x="90918" y="5150814"/>
                  <a:pt x="171094" y="5544543"/>
                </a:cubicBezTo>
                <a:cubicBezTo>
                  <a:pt x="259524" y="5979227"/>
                  <a:pt x="379573" y="6403657"/>
                  <a:pt x="538125" y="6816123"/>
                </a:cubicBezTo>
                <a:lnTo>
                  <a:pt x="555724" y="6858000"/>
                </a:lnTo>
                <a:lnTo>
                  <a:pt x="608303" y="6858000"/>
                </a:lnTo>
                <a:lnTo>
                  <a:pt x="596366" y="6829337"/>
                </a:lnTo>
                <a:cubicBezTo>
                  <a:pt x="508696" y="6602484"/>
                  <a:pt x="431985" y="6369981"/>
                  <a:pt x="364843" y="6132604"/>
                </a:cubicBezTo>
                <a:cubicBezTo>
                  <a:pt x="306463" y="5925865"/>
                  <a:pt x="263378" y="5714822"/>
                  <a:pt x="213412" y="5505676"/>
                </a:cubicBezTo>
                <a:cubicBezTo>
                  <a:pt x="212231" y="5494574"/>
                  <a:pt x="211637" y="5483421"/>
                  <a:pt x="211628" y="5472254"/>
                </a:cubicBezTo>
                <a:cubicBezTo>
                  <a:pt x="248210" y="5599108"/>
                  <a:pt x="277401" y="5710897"/>
                  <a:pt x="311945" y="5821167"/>
                </a:cubicBezTo>
                <a:cubicBezTo>
                  <a:pt x="401999" y="6108329"/>
                  <a:pt x="505868" y="6387643"/>
                  <a:pt x="623960" y="6658826"/>
                </a:cubicBezTo>
                <a:lnTo>
                  <a:pt x="717350" y="6858000"/>
                </a:lnTo>
                <a:lnTo>
                  <a:pt x="5006297" y="6858000"/>
                </a:ln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E6F47-7361-EAAE-C9CF-68CF4191A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44652"/>
            <a:ext cx="3182112" cy="5568696"/>
          </a:xfrm>
        </p:spPr>
        <p:txBody>
          <a:bodyPr>
            <a:normAutofit/>
          </a:bodyPr>
          <a:lstStyle/>
          <a:p>
            <a:r>
              <a:rPr lang="en-NG" sz="5600">
                <a:solidFill>
                  <a:srgbClr val="FFFFFF"/>
                </a:solidFill>
              </a:rPr>
              <a:t>Design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41C99-DB73-E8F6-9668-59B268F07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4350" y="644652"/>
            <a:ext cx="5856401" cy="556869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NG" dirty="0"/>
              <a:t>Improve your homepage.</a:t>
            </a:r>
          </a:p>
          <a:p>
            <a:pPr marL="0" indent="0">
              <a:buNone/>
            </a:pPr>
            <a:r>
              <a:rPr lang="en-NG" dirty="0"/>
              <a:t>Change:</a:t>
            </a:r>
          </a:p>
          <a:p>
            <a:pPr lvl="1"/>
            <a:r>
              <a:rPr lang="en-NG" dirty="0"/>
              <a:t>Background </a:t>
            </a:r>
            <a:r>
              <a:rPr lang="en-NG" dirty="0" err="1"/>
              <a:t>color</a:t>
            </a:r>
            <a:r>
              <a:rPr lang="en-NG" dirty="0"/>
              <a:t> </a:t>
            </a:r>
          </a:p>
          <a:p>
            <a:pPr lvl="1"/>
            <a:r>
              <a:rPr lang="en-NG" dirty="0"/>
              <a:t>Text </a:t>
            </a:r>
            <a:r>
              <a:rPr lang="en-NG" dirty="0" err="1"/>
              <a:t>color</a:t>
            </a:r>
            <a:r>
              <a:rPr lang="en-NG" dirty="0"/>
              <a:t> </a:t>
            </a:r>
          </a:p>
          <a:p>
            <a:pPr lvl="1"/>
            <a:r>
              <a:rPr lang="en-NG" dirty="0"/>
              <a:t>Font size </a:t>
            </a:r>
          </a:p>
          <a:p>
            <a:pPr lvl="1"/>
            <a:r>
              <a:rPr lang="en-NG" dirty="0"/>
              <a:t>Spacing </a:t>
            </a:r>
          </a:p>
          <a:p>
            <a:pPr lvl="1"/>
            <a:r>
              <a:rPr lang="en-NG" dirty="0"/>
              <a:t>Heading style </a:t>
            </a:r>
          </a:p>
          <a:p>
            <a:pPr lvl="1"/>
            <a:r>
              <a:rPr lang="en-NG" dirty="0"/>
              <a:t>Navigation style </a:t>
            </a:r>
          </a:p>
          <a:p>
            <a:pPr marL="0" indent="0">
              <a:buNone/>
            </a:pPr>
            <a:r>
              <a:rPr lang="en-NG" b="1" dirty="0"/>
              <a:t>Goal</a:t>
            </a:r>
          </a:p>
          <a:p>
            <a:pPr marL="457200" lvl="1" indent="0">
              <a:buNone/>
            </a:pPr>
            <a:r>
              <a:rPr lang="en-NG" dirty="0"/>
              <a:t>Make your website look completely different from the default HTML page.</a:t>
            </a:r>
          </a:p>
        </p:txBody>
      </p:sp>
    </p:spTree>
    <p:extLst>
      <p:ext uri="{BB962C8B-B14F-4D97-AF65-F5344CB8AC3E}">
        <p14:creationId xmlns:p14="http://schemas.microsoft.com/office/powerpoint/2010/main" val="1804778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EE430D-3770-E758-57CA-8F9AF8354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419540" cy="5431536"/>
          </a:xfrm>
        </p:spPr>
        <p:txBody>
          <a:bodyPr>
            <a:normAutofit/>
          </a:bodyPr>
          <a:lstStyle/>
          <a:p>
            <a:r>
              <a:rPr lang="en-NG" sz="5100"/>
              <a:t>Accessibility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39411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41275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17F7B-DDD9-7753-71C5-D5FD39859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8595" y="552091"/>
            <a:ext cx="6052158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NG" dirty="0"/>
              <a:t>A beautiful website should also be usable.</a:t>
            </a:r>
          </a:p>
          <a:p>
            <a:pPr marL="0" indent="0">
              <a:buNone/>
            </a:pPr>
            <a:r>
              <a:rPr lang="en-NG" dirty="0"/>
              <a:t>Ask:</a:t>
            </a:r>
          </a:p>
          <a:p>
            <a:pPr lvl="1"/>
            <a:r>
              <a:rPr lang="en-NG" dirty="0"/>
              <a:t>Can people read the text? </a:t>
            </a:r>
          </a:p>
          <a:p>
            <a:pPr lvl="1"/>
            <a:r>
              <a:rPr lang="en-NG" dirty="0"/>
              <a:t>Is there enough contrast? </a:t>
            </a:r>
          </a:p>
          <a:p>
            <a:pPr lvl="1"/>
            <a:r>
              <a:rPr lang="en-NG" dirty="0"/>
              <a:t>Are headings organised? </a:t>
            </a:r>
          </a:p>
          <a:p>
            <a:pPr lvl="1"/>
            <a:r>
              <a:rPr lang="en-NG" dirty="0"/>
              <a:t>Do images have alt text? </a:t>
            </a:r>
          </a:p>
          <a:p>
            <a:pPr lvl="1"/>
            <a:r>
              <a:rPr lang="en-NG" dirty="0"/>
              <a:t>Can someone use the keyboard? </a:t>
            </a:r>
          </a:p>
          <a:p>
            <a:pPr marL="0" indent="0">
              <a:buNone/>
            </a:pPr>
            <a:r>
              <a:rPr lang="en-NG" b="1" dirty="0"/>
              <a:t>Good design is design that people can use.</a:t>
            </a:r>
          </a:p>
        </p:txBody>
      </p:sp>
    </p:spTree>
    <p:extLst>
      <p:ext uri="{BB962C8B-B14F-4D97-AF65-F5344CB8AC3E}">
        <p14:creationId xmlns:p14="http://schemas.microsoft.com/office/powerpoint/2010/main" val="1747994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E16DD-2918-3F8C-AA64-10F488032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NG" dirty="0"/>
              <a:t>Colour Contrast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084" y="253288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25450 w 3291840"/>
              <a:gd name="csY1" fmla="*/ 0 h 18288"/>
              <a:gd name="csX2" fmla="*/ 1283818 w 3291840"/>
              <a:gd name="csY2" fmla="*/ 0 h 18288"/>
              <a:gd name="csX3" fmla="*/ 1975104 w 3291840"/>
              <a:gd name="csY3" fmla="*/ 0 h 18288"/>
              <a:gd name="csX4" fmla="*/ 2666390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567635 w 3291840"/>
              <a:gd name="csY7" fmla="*/ 18288 h 18288"/>
              <a:gd name="csX8" fmla="*/ 1843430 w 3291840"/>
              <a:gd name="csY8" fmla="*/ 18288 h 18288"/>
              <a:gd name="csX9" fmla="*/ 1185062 w 3291840"/>
              <a:gd name="csY9" fmla="*/ 18288 h 18288"/>
              <a:gd name="csX10" fmla="*/ 0 w 3291840"/>
              <a:gd name="csY10" fmla="*/ 18288 h 18288"/>
              <a:gd name="csX11" fmla="*/ 0 w 3291840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613" y="5552"/>
                  <a:pt x="489242" y="1770"/>
                  <a:pt x="625450" y="0"/>
                </a:cubicBezTo>
                <a:cubicBezTo>
                  <a:pt x="761658" y="-1770"/>
                  <a:pt x="1015131" y="32079"/>
                  <a:pt x="1283818" y="0"/>
                </a:cubicBezTo>
                <a:cubicBezTo>
                  <a:pt x="1552505" y="-32079"/>
                  <a:pt x="1752773" y="10771"/>
                  <a:pt x="1975104" y="0"/>
                </a:cubicBezTo>
                <a:cubicBezTo>
                  <a:pt x="2197435" y="-10771"/>
                  <a:pt x="2433070" y="21341"/>
                  <a:pt x="2666390" y="0"/>
                </a:cubicBezTo>
                <a:cubicBezTo>
                  <a:pt x="2899710" y="-21341"/>
                  <a:pt x="3028437" y="16612"/>
                  <a:pt x="3291840" y="0"/>
                </a:cubicBezTo>
                <a:cubicBezTo>
                  <a:pt x="3291131" y="8157"/>
                  <a:pt x="3291427" y="12125"/>
                  <a:pt x="3291840" y="18288"/>
                </a:cubicBezTo>
                <a:cubicBezTo>
                  <a:pt x="3043276" y="37868"/>
                  <a:pt x="2921041" y="-12908"/>
                  <a:pt x="2567635" y="18288"/>
                </a:cubicBezTo>
                <a:cubicBezTo>
                  <a:pt x="2214230" y="49484"/>
                  <a:pt x="2189623" y="-13019"/>
                  <a:pt x="1843430" y="18288"/>
                </a:cubicBezTo>
                <a:cubicBezTo>
                  <a:pt x="1497237" y="49595"/>
                  <a:pt x="1492584" y="29180"/>
                  <a:pt x="1185062" y="18288"/>
                </a:cubicBezTo>
                <a:cubicBezTo>
                  <a:pt x="877540" y="7396"/>
                  <a:pt x="313238" y="464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281971" y="23935"/>
                  <a:pt x="485873" y="-14021"/>
                  <a:pt x="625450" y="0"/>
                </a:cubicBezTo>
                <a:cubicBezTo>
                  <a:pt x="765027" y="14021"/>
                  <a:pt x="1048900" y="27914"/>
                  <a:pt x="1185062" y="0"/>
                </a:cubicBezTo>
                <a:cubicBezTo>
                  <a:pt x="1321224" y="-27914"/>
                  <a:pt x="1648252" y="-3988"/>
                  <a:pt x="1909267" y="0"/>
                </a:cubicBezTo>
                <a:cubicBezTo>
                  <a:pt x="2170282" y="3988"/>
                  <a:pt x="2301957" y="25891"/>
                  <a:pt x="2534717" y="0"/>
                </a:cubicBezTo>
                <a:cubicBezTo>
                  <a:pt x="2767477" y="-25891"/>
                  <a:pt x="3078800" y="21500"/>
                  <a:pt x="3291840" y="0"/>
                </a:cubicBezTo>
                <a:cubicBezTo>
                  <a:pt x="3291576" y="4493"/>
                  <a:pt x="3292224" y="9472"/>
                  <a:pt x="3291840" y="18288"/>
                </a:cubicBezTo>
                <a:cubicBezTo>
                  <a:pt x="3120474" y="15714"/>
                  <a:pt x="2816568" y="4633"/>
                  <a:pt x="2633472" y="18288"/>
                </a:cubicBezTo>
                <a:cubicBezTo>
                  <a:pt x="2450376" y="31943"/>
                  <a:pt x="2160769" y="37350"/>
                  <a:pt x="1909267" y="18288"/>
                </a:cubicBezTo>
                <a:cubicBezTo>
                  <a:pt x="1657765" y="-774"/>
                  <a:pt x="1623992" y="9648"/>
                  <a:pt x="1349654" y="18288"/>
                </a:cubicBezTo>
                <a:cubicBezTo>
                  <a:pt x="1075316" y="26928"/>
                  <a:pt x="833426" y="34181"/>
                  <a:pt x="691286" y="18288"/>
                </a:cubicBezTo>
                <a:cubicBezTo>
                  <a:pt x="549146" y="2395"/>
                  <a:pt x="342011" y="24201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EC542E"/>
          </a:solidFill>
          <a:ln w="38100" cap="rnd">
            <a:solidFill>
              <a:srgbClr val="EC542E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06A5C-A2A5-B942-AE2A-DB7B4257F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NG" sz="2000" dirty="0"/>
              <a:t>Bad: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2000" dirty="0"/>
              <a:t>Light </a:t>
            </a:r>
            <a:r>
              <a:rPr lang="en-NG" sz="2000" dirty="0" err="1"/>
              <a:t>gray</a:t>
            </a:r>
            <a:r>
              <a:rPr lang="en-NG" sz="2000" dirty="0"/>
              <a:t> text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2000" dirty="0"/>
              <a:t>on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2000" dirty="0"/>
              <a:t>White background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2000" dirty="0"/>
              <a:t>Good: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2000" dirty="0"/>
              <a:t>White text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2000" dirty="0"/>
              <a:t>on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NG" sz="2000" dirty="0"/>
              <a:t>Dark background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2000" dirty="0"/>
              <a:t>Explain that contrast makes content easier to read.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7D41C54-FAF2-C208-74F0-1E20AF62D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5" y="1153002"/>
            <a:ext cx="7931975" cy="446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6497FB-2299-915F-4891-495E5F6D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NG" sz="6700"/>
              <a:t>AI Enters Week 2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239572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DC84B3"/>
          </a:solidFill>
          <a:ln w="38100" cap="rnd">
            <a:solidFill>
              <a:srgbClr val="DC84B3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A90B2-8EA3-777A-952B-46B9A974B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NG" sz="2400"/>
              <a:t>Last week: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2400" b="1"/>
              <a:t>AI explains.</a:t>
            </a:r>
            <a:endParaRPr lang="en-NG" sz="2400"/>
          </a:p>
          <a:p>
            <a:pPr marL="0" indent="0">
              <a:lnSpc>
                <a:spcPct val="100000"/>
              </a:lnSpc>
              <a:buNone/>
            </a:pPr>
            <a:r>
              <a:rPr lang="en-NG" sz="2400"/>
              <a:t>This week: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2400" b="1"/>
              <a:t>AI can draft.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2400"/>
              <a:t>But there is a rule: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NG" sz="2400" b="1"/>
              <a:t>You must understand what AI gives you.</a:t>
            </a:r>
          </a:p>
        </p:txBody>
      </p:sp>
      <p:pic>
        <p:nvPicPr>
          <p:cNvPr id="5" name="Picture 4" descr="Robot hands and technology">
            <a:extLst>
              <a:ext uri="{FF2B5EF4-FFF2-40B4-BE49-F238E27FC236}">
                <a16:creationId xmlns:a16="http://schemas.microsoft.com/office/drawing/2014/main" id="{903331F2-04B6-FA39-E525-43395C0A1E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15" r="23652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3663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DAA0EF-336D-4CDC-A9A2-8460363E2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D079A19-B31E-4129-A464-7547FF05A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90556" cy="6858000"/>
          </a:xfrm>
          <a:custGeom>
            <a:avLst/>
            <a:gdLst>
              <a:gd name="connsiteX0" fmla="*/ 0 w 4090556"/>
              <a:gd name="connsiteY0" fmla="*/ 0 h 6858000"/>
              <a:gd name="connsiteX1" fmla="*/ 4077555 w 4090556"/>
              <a:gd name="connsiteY1" fmla="*/ 0 h 6858000"/>
              <a:gd name="connsiteX2" fmla="*/ 4077574 w 4090556"/>
              <a:gd name="connsiteY2" fmla="*/ 720 h 6858000"/>
              <a:gd name="connsiteX3" fmla="*/ 4075790 w 4090556"/>
              <a:gd name="connsiteY3" fmla="*/ 575485 h 6858000"/>
              <a:gd name="connsiteX4" fmla="*/ 4076555 w 4090556"/>
              <a:gd name="connsiteY4" fmla="*/ 932245 h 6858000"/>
              <a:gd name="connsiteX5" fmla="*/ 4076555 w 4090556"/>
              <a:gd name="connsiteY5" fmla="*/ 1286711 h 6858000"/>
              <a:gd name="connsiteX6" fmla="*/ 4082288 w 4090556"/>
              <a:gd name="connsiteY6" fmla="*/ 1595180 h 6858000"/>
              <a:gd name="connsiteX7" fmla="*/ 4078211 w 4090556"/>
              <a:gd name="connsiteY7" fmla="*/ 2133123 h 6858000"/>
              <a:gd name="connsiteX8" fmla="*/ 4071968 w 4090556"/>
              <a:gd name="connsiteY8" fmla="*/ 2946025 h 6858000"/>
              <a:gd name="connsiteX9" fmla="*/ 4068401 w 4090556"/>
              <a:gd name="connsiteY9" fmla="*/ 3502061 h 6858000"/>
              <a:gd name="connsiteX10" fmla="*/ 4087513 w 4090556"/>
              <a:gd name="connsiteY10" fmla="*/ 4076061 h 6858000"/>
              <a:gd name="connsiteX11" fmla="*/ 4076938 w 4090556"/>
              <a:gd name="connsiteY11" fmla="*/ 4442632 h 6858000"/>
              <a:gd name="connsiteX12" fmla="*/ 4071459 w 4090556"/>
              <a:gd name="connsiteY12" fmla="*/ 4827550 h 6858000"/>
              <a:gd name="connsiteX13" fmla="*/ 4071459 w 4090556"/>
              <a:gd name="connsiteY13" fmla="*/ 5019945 h 6858000"/>
              <a:gd name="connsiteX14" fmla="*/ 4084200 w 4090556"/>
              <a:gd name="connsiteY14" fmla="*/ 5490104 h 6858000"/>
              <a:gd name="connsiteX15" fmla="*/ 4077446 w 4090556"/>
              <a:gd name="connsiteY15" fmla="*/ 5844569 h 6858000"/>
              <a:gd name="connsiteX16" fmla="*/ 4082544 w 4090556"/>
              <a:gd name="connsiteY16" fmla="*/ 6260195 h 6858000"/>
              <a:gd name="connsiteX17" fmla="*/ 4086110 w 4090556"/>
              <a:gd name="connsiteY17" fmla="*/ 6706145 h 6858000"/>
              <a:gd name="connsiteX18" fmla="*/ 4086135 w 4090556"/>
              <a:gd name="connsiteY18" fmla="*/ 6794562 h 6858000"/>
              <a:gd name="connsiteX19" fmla="*/ 4080334 w 4090556"/>
              <a:gd name="connsiteY19" fmla="*/ 6858000 h 6858000"/>
              <a:gd name="connsiteX20" fmla="*/ 0 w 4090556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0556" h="6858000">
                <a:moveTo>
                  <a:pt x="0" y="0"/>
                </a:moveTo>
                <a:lnTo>
                  <a:pt x="4077555" y="0"/>
                </a:lnTo>
                <a:lnTo>
                  <a:pt x="4077574" y="720"/>
                </a:lnTo>
                <a:cubicBezTo>
                  <a:pt x="4079358" y="192351"/>
                  <a:pt x="4064960" y="384364"/>
                  <a:pt x="4075790" y="575485"/>
                </a:cubicBezTo>
                <a:cubicBezTo>
                  <a:pt x="4082544" y="694108"/>
                  <a:pt x="4081269" y="814132"/>
                  <a:pt x="4076555" y="932245"/>
                </a:cubicBezTo>
                <a:cubicBezTo>
                  <a:pt x="4071840" y="1050357"/>
                  <a:pt x="4065470" y="1168597"/>
                  <a:pt x="4076555" y="1286711"/>
                </a:cubicBezTo>
                <a:cubicBezTo>
                  <a:pt x="4084710" y="1389317"/>
                  <a:pt x="4086621" y="1492332"/>
                  <a:pt x="4082288" y="1595180"/>
                </a:cubicBezTo>
                <a:cubicBezTo>
                  <a:pt x="4077319" y="1774452"/>
                  <a:pt x="4067637" y="1953851"/>
                  <a:pt x="4078211" y="2133123"/>
                </a:cubicBezTo>
                <a:cubicBezTo>
                  <a:pt x="4094393" y="2404260"/>
                  <a:pt x="4084710" y="2675143"/>
                  <a:pt x="4071968" y="2946025"/>
                </a:cubicBezTo>
                <a:cubicBezTo>
                  <a:pt x="4063049" y="3131413"/>
                  <a:pt x="4055659" y="3316673"/>
                  <a:pt x="4068401" y="3502061"/>
                </a:cubicBezTo>
                <a:cubicBezTo>
                  <a:pt x="4081396" y="3693182"/>
                  <a:pt x="4097323" y="3884176"/>
                  <a:pt x="4087513" y="4076061"/>
                </a:cubicBezTo>
                <a:cubicBezTo>
                  <a:pt x="4081142" y="4198251"/>
                  <a:pt x="4069037" y="4320315"/>
                  <a:pt x="4076938" y="4442632"/>
                </a:cubicBezTo>
                <a:cubicBezTo>
                  <a:pt x="4083270" y="4570925"/>
                  <a:pt x="4081435" y="4699486"/>
                  <a:pt x="4071459" y="4827550"/>
                </a:cubicBezTo>
                <a:cubicBezTo>
                  <a:pt x="4065725" y="4891550"/>
                  <a:pt x="4065725" y="4955945"/>
                  <a:pt x="4071459" y="5019945"/>
                </a:cubicBezTo>
                <a:cubicBezTo>
                  <a:pt x="4087742" y="5176105"/>
                  <a:pt x="4091997" y="5333296"/>
                  <a:pt x="4084200" y="5490104"/>
                </a:cubicBezTo>
                <a:cubicBezTo>
                  <a:pt x="4079740" y="5608217"/>
                  <a:pt x="4071968" y="5726202"/>
                  <a:pt x="4077446" y="5844569"/>
                </a:cubicBezTo>
                <a:cubicBezTo>
                  <a:pt x="4083944" y="5983069"/>
                  <a:pt x="4088914" y="6121696"/>
                  <a:pt x="4082544" y="6260195"/>
                </a:cubicBezTo>
                <a:cubicBezTo>
                  <a:pt x="4075841" y="6408803"/>
                  <a:pt x="4077026" y="6557662"/>
                  <a:pt x="4086110" y="6706145"/>
                </a:cubicBezTo>
                <a:cubicBezTo>
                  <a:pt x="4087467" y="6735616"/>
                  <a:pt x="4087474" y="6765120"/>
                  <a:pt x="4086135" y="6794562"/>
                </a:cubicBezTo>
                <a:lnTo>
                  <a:pt x="4080334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77888-7994-41E4-1AC1-7D783FA94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1" y="640823"/>
            <a:ext cx="3103194" cy="5583148"/>
          </a:xfrm>
        </p:spPr>
        <p:txBody>
          <a:bodyPr anchor="ctr">
            <a:normAutofit/>
          </a:bodyPr>
          <a:lstStyle/>
          <a:p>
            <a:r>
              <a:rPr lang="en-NG" b="1">
                <a:solidFill>
                  <a:schemeClr val="bg1"/>
                </a:solidFill>
              </a:rPr>
              <a:t>Our AI Rule</a:t>
            </a:r>
            <a:endParaRPr lang="en-NG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BEAB39-839E-B0CE-C38B-85A97AD875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94209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2335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D8B1F-47FF-32A0-7299-76A1DD13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419540" cy="5431536"/>
          </a:xfrm>
        </p:spPr>
        <p:txBody>
          <a:bodyPr>
            <a:normAutofit/>
          </a:bodyPr>
          <a:lstStyle/>
          <a:p>
            <a:r>
              <a:rPr lang="en-NG" sz="6000"/>
              <a:t>AI Activity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39411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41275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D7DAB-A26A-3968-5DF0-F701E0911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8595" y="552091"/>
            <a:ext cx="6052158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NG" dirty="0"/>
              <a:t>Try this prompt:</a:t>
            </a:r>
          </a:p>
          <a:p>
            <a:pPr marL="457200" lvl="1" indent="0">
              <a:buNone/>
            </a:pPr>
            <a:r>
              <a:rPr lang="en-NG" dirty="0"/>
              <a:t>Explain this CSS rule to me like I am a beginner.</a:t>
            </a:r>
          </a:p>
          <a:p>
            <a:pPr marL="457200" lvl="1" indent="0">
              <a:buNone/>
            </a:pPr>
            <a:endParaRPr lang="en-NG" dirty="0"/>
          </a:p>
          <a:p>
            <a:pPr marL="457200" lvl="1" indent="0">
              <a:buNone/>
            </a:pPr>
            <a:r>
              <a:rPr lang="en-NG" dirty="0"/>
              <a:t>[PASTE CSS HERE]</a:t>
            </a:r>
          </a:p>
          <a:p>
            <a:pPr marL="457200" lvl="1" indent="0">
              <a:buNone/>
            </a:pPr>
            <a:endParaRPr lang="en-NG" dirty="0"/>
          </a:p>
          <a:p>
            <a:pPr marL="457200" lvl="1" indent="0">
              <a:buNone/>
            </a:pPr>
            <a:r>
              <a:rPr lang="en-NG" dirty="0"/>
              <a:t>Explain:</a:t>
            </a:r>
          </a:p>
          <a:p>
            <a:pPr marL="457200" lvl="1" indent="0">
              <a:buNone/>
            </a:pPr>
            <a:r>
              <a:rPr lang="en-NG" dirty="0"/>
              <a:t>1. What each property does.</a:t>
            </a:r>
          </a:p>
          <a:p>
            <a:pPr marL="457200" lvl="1" indent="0">
              <a:buNone/>
            </a:pPr>
            <a:r>
              <a:rPr lang="en-NG" dirty="0"/>
              <a:t>2. Why it is being used.</a:t>
            </a:r>
          </a:p>
          <a:p>
            <a:pPr marL="457200" lvl="1" indent="0">
              <a:buNone/>
            </a:pPr>
            <a:r>
              <a:rPr lang="en-NG" dirty="0"/>
              <a:t>3. What would happen if I changed the value.</a:t>
            </a:r>
          </a:p>
        </p:txBody>
      </p:sp>
    </p:spTree>
    <p:extLst>
      <p:ext uri="{BB962C8B-B14F-4D97-AF65-F5344CB8AC3E}">
        <p14:creationId xmlns:p14="http://schemas.microsoft.com/office/powerpoint/2010/main" val="3003135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DAA0EF-336D-4CDC-A9A2-8460363E2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D079A19-B31E-4129-A464-7547FF05A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90556" cy="6858000"/>
          </a:xfrm>
          <a:custGeom>
            <a:avLst/>
            <a:gdLst>
              <a:gd name="connsiteX0" fmla="*/ 0 w 4090556"/>
              <a:gd name="connsiteY0" fmla="*/ 0 h 6858000"/>
              <a:gd name="connsiteX1" fmla="*/ 4077555 w 4090556"/>
              <a:gd name="connsiteY1" fmla="*/ 0 h 6858000"/>
              <a:gd name="connsiteX2" fmla="*/ 4077574 w 4090556"/>
              <a:gd name="connsiteY2" fmla="*/ 720 h 6858000"/>
              <a:gd name="connsiteX3" fmla="*/ 4075790 w 4090556"/>
              <a:gd name="connsiteY3" fmla="*/ 575485 h 6858000"/>
              <a:gd name="connsiteX4" fmla="*/ 4076555 w 4090556"/>
              <a:gd name="connsiteY4" fmla="*/ 932245 h 6858000"/>
              <a:gd name="connsiteX5" fmla="*/ 4076555 w 4090556"/>
              <a:gd name="connsiteY5" fmla="*/ 1286711 h 6858000"/>
              <a:gd name="connsiteX6" fmla="*/ 4082288 w 4090556"/>
              <a:gd name="connsiteY6" fmla="*/ 1595180 h 6858000"/>
              <a:gd name="connsiteX7" fmla="*/ 4078211 w 4090556"/>
              <a:gd name="connsiteY7" fmla="*/ 2133123 h 6858000"/>
              <a:gd name="connsiteX8" fmla="*/ 4071968 w 4090556"/>
              <a:gd name="connsiteY8" fmla="*/ 2946025 h 6858000"/>
              <a:gd name="connsiteX9" fmla="*/ 4068401 w 4090556"/>
              <a:gd name="connsiteY9" fmla="*/ 3502061 h 6858000"/>
              <a:gd name="connsiteX10" fmla="*/ 4087513 w 4090556"/>
              <a:gd name="connsiteY10" fmla="*/ 4076061 h 6858000"/>
              <a:gd name="connsiteX11" fmla="*/ 4076938 w 4090556"/>
              <a:gd name="connsiteY11" fmla="*/ 4442632 h 6858000"/>
              <a:gd name="connsiteX12" fmla="*/ 4071459 w 4090556"/>
              <a:gd name="connsiteY12" fmla="*/ 4827550 h 6858000"/>
              <a:gd name="connsiteX13" fmla="*/ 4071459 w 4090556"/>
              <a:gd name="connsiteY13" fmla="*/ 5019945 h 6858000"/>
              <a:gd name="connsiteX14" fmla="*/ 4084200 w 4090556"/>
              <a:gd name="connsiteY14" fmla="*/ 5490104 h 6858000"/>
              <a:gd name="connsiteX15" fmla="*/ 4077446 w 4090556"/>
              <a:gd name="connsiteY15" fmla="*/ 5844569 h 6858000"/>
              <a:gd name="connsiteX16" fmla="*/ 4082544 w 4090556"/>
              <a:gd name="connsiteY16" fmla="*/ 6260195 h 6858000"/>
              <a:gd name="connsiteX17" fmla="*/ 4086110 w 4090556"/>
              <a:gd name="connsiteY17" fmla="*/ 6706145 h 6858000"/>
              <a:gd name="connsiteX18" fmla="*/ 4086135 w 4090556"/>
              <a:gd name="connsiteY18" fmla="*/ 6794562 h 6858000"/>
              <a:gd name="connsiteX19" fmla="*/ 4080334 w 4090556"/>
              <a:gd name="connsiteY19" fmla="*/ 6858000 h 6858000"/>
              <a:gd name="connsiteX20" fmla="*/ 0 w 4090556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0556" h="6858000">
                <a:moveTo>
                  <a:pt x="0" y="0"/>
                </a:moveTo>
                <a:lnTo>
                  <a:pt x="4077555" y="0"/>
                </a:lnTo>
                <a:lnTo>
                  <a:pt x="4077574" y="720"/>
                </a:lnTo>
                <a:cubicBezTo>
                  <a:pt x="4079358" y="192351"/>
                  <a:pt x="4064960" y="384364"/>
                  <a:pt x="4075790" y="575485"/>
                </a:cubicBezTo>
                <a:cubicBezTo>
                  <a:pt x="4082544" y="694108"/>
                  <a:pt x="4081269" y="814132"/>
                  <a:pt x="4076555" y="932245"/>
                </a:cubicBezTo>
                <a:cubicBezTo>
                  <a:pt x="4071840" y="1050357"/>
                  <a:pt x="4065470" y="1168597"/>
                  <a:pt x="4076555" y="1286711"/>
                </a:cubicBezTo>
                <a:cubicBezTo>
                  <a:pt x="4084710" y="1389317"/>
                  <a:pt x="4086621" y="1492332"/>
                  <a:pt x="4082288" y="1595180"/>
                </a:cubicBezTo>
                <a:cubicBezTo>
                  <a:pt x="4077319" y="1774452"/>
                  <a:pt x="4067637" y="1953851"/>
                  <a:pt x="4078211" y="2133123"/>
                </a:cubicBezTo>
                <a:cubicBezTo>
                  <a:pt x="4094393" y="2404260"/>
                  <a:pt x="4084710" y="2675143"/>
                  <a:pt x="4071968" y="2946025"/>
                </a:cubicBezTo>
                <a:cubicBezTo>
                  <a:pt x="4063049" y="3131413"/>
                  <a:pt x="4055659" y="3316673"/>
                  <a:pt x="4068401" y="3502061"/>
                </a:cubicBezTo>
                <a:cubicBezTo>
                  <a:pt x="4081396" y="3693182"/>
                  <a:pt x="4097323" y="3884176"/>
                  <a:pt x="4087513" y="4076061"/>
                </a:cubicBezTo>
                <a:cubicBezTo>
                  <a:pt x="4081142" y="4198251"/>
                  <a:pt x="4069037" y="4320315"/>
                  <a:pt x="4076938" y="4442632"/>
                </a:cubicBezTo>
                <a:cubicBezTo>
                  <a:pt x="4083270" y="4570925"/>
                  <a:pt x="4081435" y="4699486"/>
                  <a:pt x="4071459" y="4827550"/>
                </a:cubicBezTo>
                <a:cubicBezTo>
                  <a:pt x="4065725" y="4891550"/>
                  <a:pt x="4065725" y="4955945"/>
                  <a:pt x="4071459" y="5019945"/>
                </a:cubicBezTo>
                <a:cubicBezTo>
                  <a:pt x="4087742" y="5176105"/>
                  <a:pt x="4091997" y="5333296"/>
                  <a:pt x="4084200" y="5490104"/>
                </a:cubicBezTo>
                <a:cubicBezTo>
                  <a:pt x="4079740" y="5608217"/>
                  <a:pt x="4071968" y="5726202"/>
                  <a:pt x="4077446" y="5844569"/>
                </a:cubicBezTo>
                <a:cubicBezTo>
                  <a:pt x="4083944" y="5983069"/>
                  <a:pt x="4088914" y="6121696"/>
                  <a:pt x="4082544" y="6260195"/>
                </a:cubicBezTo>
                <a:cubicBezTo>
                  <a:pt x="4075841" y="6408803"/>
                  <a:pt x="4077026" y="6557662"/>
                  <a:pt x="4086110" y="6706145"/>
                </a:cubicBezTo>
                <a:cubicBezTo>
                  <a:pt x="4087467" y="6735616"/>
                  <a:pt x="4087474" y="6765120"/>
                  <a:pt x="4086135" y="6794562"/>
                </a:cubicBezTo>
                <a:lnTo>
                  <a:pt x="4080334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9A358-A00E-BDE7-5348-8837F5B6F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1" y="640823"/>
            <a:ext cx="3103194" cy="5583148"/>
          </a:xfrm>
        </p:spPr>
        <p:txBody>
          <a:bodyPr anchor="ctr">
            <a:normAutofit/>
          </a:bodyPr>
          <a:lstStyle/>
          <a:p>
            <a:r>
              <a:rPr lang="en-NG">
                <a:solidFill>
                  <a:schemeClr val="bg1"/>
                </a:solidFill>
              </a:rPr>
              <a:t>Monday Challenge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4EB327-71B5-D530-C626-FAC3882FB5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013691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4233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15DFE-B9AF-D849-2B61-5D7B1B5DD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NG" sz="7200"/>
              <a:t>Homework</a:t>
            </a:r>
          </a:p>
        </p:txBody>
      </p:sp>
      <p:pic>
        <p:nvPicPr>
          <p:cNvPr id="5" name="Picture 4" descr="Colorful pencils in a row to form a graph">
            <a:extLst>
              <a:ext uri="{FF2B5EF4-FFF2-40B4-BE49-F238E27FC236}">
                <a16:creationId xmlns:a16="http://schemas.microsoft.com/office/drawing/2014/main" id="{44BB0F4E-1707-EE63-9DCF-F316BA823C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88" r="37186" b="-1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ECF408"/>
          </a:solidFill>
          <a:ln w="38100" cap="rnd">
            <a:solidFill>
              <a:srgbClr val="ECF408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0618D-502A-0BD4-6AFB-28098715B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G" dirty="0"/>
              <a:t>Choose:</a:t>
            </a:r>
          </a:p>
          <a:p>
            <a:pPr lvl="1"/>
            <a:r>
              <a:rPr lang="en-NG" dirty="0"/>
              <a:t>A colour palette </a:t>
            </a:r>
          </a:p>
          <a:p>
            <a:pPr lvl="1"/>
            <a:r>
              <a:rPr lang="en-NG" dirty="0"/>
              <a:t>A heading font </a:t>
            </a:r>
          </a:p>
          <a:p>
            <a:pPr lvl="1"/>
            <a:r>
              <a:rPr lang="en-NG" dirty="0"/>
              <a:t>A body font </a:t>
            </a:r>
          </a:p>
          <a:p>
            <a:pPr marL="0" indent="0">
              <a:buNone/>
            </a:pPr>
            <a:r>
              <a:rPr lang="en-NG" dirty="0"/>
              <a:t>Write one sentence explaining:</a:t>
            </a:r>
          </a:p>
          <a:p>
            <a:pPr marL="457200" lvl="1" indent="0">
              <a:buNone/>
            </a:pPr>
            <a:r>
              <a:rPr lang="en-NG" dirty="0"/>
              <a:t>"I chose these because..."</a:t>
            </a:r>
          </a:p>
        </p:txBody>
      </p:sp>
    </p:spTree>
    <p:extLst>
      <p:ext uri="{BB962C8B-B14F-4D97-AF65-F5344CB8AC3E}">
        <p14:creationId xmlns:p14="http://schemas.microsoft.com/office/powerpoint/2010/main" val="86480981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35</TotalTime>
  <Words>739</Words>
  <Application>Microsoft Office PowerPoint</Application>
  <PresentationFormat>Widescreen</PresentationFormat>
  <Paragraphs>214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Gill Sans MT</vt:lpstr>
      <vt:lpstr>SketchyVTI</vt:lpstr>
      <vt:lpstr>From HTML to Design</vt:lpstr>
      <vt:lpstr>Look at Your Website</vt:lpstr>
      <vt:lpstr>What Is CSS?</vt:lpstr>
      <vt:lpstr>HTML + CSS</vt:lpstr>
      <vt:lpstr>PowerPoint Presentation</vt:lpstr>
      <vt:lpstr>How CSS Works</vt:lpstr>
      <vt:lpstr>Connecting CSS to HTML</vt:lpstr>
      <vt:lpstr>CSS Selectors</vt:lpstr>
      <vt:lpstr>Colors</vt:lpstr>
      <vt:lpstr>Build Your Color Identity</vt:lpstr>
      <vt:lpstr>Typography</vt:lpstr>
      <vt:lpstr>Why Spacing Matters</vt:lpstr>
      <vt:lpstr>The CSS Box Model</vt:lpstr>
      <vt:lpstr>Design Challenge</vt:lpstr>
      <vt:lpstr>Accessibility</vt:lpstr>
      <vt:lpstr>Colour Contrast</vt:lpstr>
      <vt:lpstr>AI Enters Week 2</vt:lpstr>
      <vt:lpstr>Our AI Rule</vt:lpstr>
      <vt:lpstr>AI Activity</vt:lpstr>
      <vt:lpstr>Monday Challenge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Kingsley Onyema</dc:creator>
  <cp:lastModifiedBy>Kingsley Onyema</cp:lastModifiedBy>
  <cp:revision>1</cp:revision>
  <dcterms:created xsi:type="dcterms:W3CDTF">2026-08-10T08:06:02Z</dcterms:created>
  <dcterms:modified xsi:type="dcterms:W3CDTF">2026-08-10T08:41:47Z</dcterms:modified>
</cp:coreProperties>
</file>