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3CE38-1604-4AF5-98C5-97BA621D0B6C}" v="2" dt="2026-08-02T12:53:24.031"/>
    <p1510:client id="{DF929EDD-07BA-4D0D-BD92-A1AD6BBB9497}" v="94" dt="2026-08-03T00:23:49.542"/>
    <p1510:client id="{F17E7E8E-6C83-49D9-9AA4-550BDE4633F0}" v="13" dt="2026-08-02T18:05:12.87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81477" autoAdjust="0"/>
  </p:normalViewPr>
  <p:slideViewPr>
    <p:cSldViewPr>
      <p:cViewPr varScale="1">
        <p:scale>
          <a:sx n="90" d="100"/>
          <a:sy n="90" d="100"/>
        </p:scale>
        <p:origin x="11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gsley Onyema" userId="S::kingsley.onyema@appnable.com::491848a7-444b-41bf-a5d1-96ce9689d29b" providerId="AD" clId="Web-{DF929EDD-07BA-4D0D-BD92-A1AD6BBB9497}"/>
    <pc:docChg chg="modSld">
      <pc:chgData name="Kingsley Onyema" userId="S::kingsley.onyema@appnable.com::491848a7-444b-41bf-a5d1-96ce9689d29b" providerId="AD" clId="Web-{DF929EDD-07BA-4D0D-BD92-A1AD6BBB9497}" dt="2026-08-03T00:25:17.185" v="140"/>
      <pc:docMkLst>
        <pc:docMk/>
      </pc:docMkLst>
      <pc:sldChg chg="addSp delSp modSp mod setBg modNotes">
        <pc:chgData name="Kingsley Onyema" userId="S::kingsley.onyema@appnable.com::491848a7-444b-41bf-a5d1-96ce9689d29b" providerId="AD" clId="Web-{DF929EDD-07BA-4D0D-BD92-A1AD6BBB9497}" dt="2026-08-03T00:19:41.737" v="114"/>
        <pc:sldMkLst>
          <pc:docMk/>
          <pc:sldMk cId="2142729111" sldId="256"/>
        </pc:sldMkLst>
        <pc:spChg chg="mod">
          <ac:chgData name="Kingsley Onyema" userId="S::kingsley.onyema@appnable.com::491848a7-444b-41bf-a5d1-96ce9689d29b" providerId="AD" clId="Web-{DF929EDD-07BA-4D0D-BD92-A1AD6BBB9497}" dt="2026-08-03T00:18:08.687" v="108"/>
          <ac:spMkLst>
            <pc:docMk/>
            <pc:sldMk cId="2142729111" sldId="256"/>
            <ac:spMk id="2" creationId="{00000000-0000-0000-0000-000000000000}"/>
          </ac:spMkLst>
        </pc:spChg>
        <pc:spChg chg="mod">
          <ac:chgData name="Kingsley Onyema" userId="S::kingsley.onyema@appnable.com::491848a7-444b-41bf-a5d1-96ce9689d29b" providerId="AD" clId="Web-{DF929EDD-07BA-4D0D-BD92-A1AD6BBB9497}" dt="2026-08-03T00:18:08.687" v="108"/>
          <ac:spMkLst>
            <pc:docMk/>
            <pc:sldMk cId="2142729111" sldId="256"/>
            <ac:spMk id="3" creationId="{00000000-0000-0000-0000-00000000000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6:49.454" v="5"/>
          <ac:spMkLst>
            <pc:docMk/>
            <pc:sldMk cId="2142729111" sldId="256"/>
            <ac:spMk id="10" creationId="{C497725C-6431-496A-B11C-691354780DCD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6:49.454" v="5"/>
          <ac:spMkLst>
            <pc:docMk/>
            <pc:sldMk cId="2142729111" sldId="256"/>
            <ac:spMk id="17" creationId="{B81933D1-5615-42C7-9C0B-4EB7105CCE2D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6:49.454" v="5"/>
          <ac:spMkLst>
            <pc:docMk/>
            <pc:sldMk cId="2142729111" sldId="256"/>
            <ac:spMk id="19" creationId="{B089A89A-1E9C-4761-9DFF-53C275FBF87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6:49.454" v="5"/>
          <ac:spMkLst>
            <pc:docMk/>
            <pc:sldMk cId="2142729111" sldId="256"/>
            <ac:spMk id="21" creationId="{19C9EAEA-39D0-4B0E-A0EB-51E7B26740B1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7:24.784" v="8"/>
          <ac:spMkLst>
            <pc:docMk/>
            <pc:sldMk cId="2142729111" sldId="256"/>
            <ac:spMk id="26" creationId="{0A597D97-203B-498B-95D3-E90DC961039F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7:24.784" v="8"/>
          <ac:spMkLst>
            <pc:docMk/>
            <pc:sldMk cId="2142729111" sldId="256"/>
            <ac:spMk id="28" creationId="{6A6EF10E-DF41-4BD3-8EB4-6F646531DC26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07:24.784" v="7"/>
          <ac:spMkLst>
            <pc:docMk/>
            <pc:sldMk cId="2142729111" sldId="256"/>
            <ac:spMk id="33" creationId="{5138DEAE-B27B-4091-95D8-0B8BA8F6F987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18:08.687" v="108"/>
          <ac:spMkLst>
            <pc:docMk/>
            <pc:sldMk cId="2142729111" sldId="256"/>
            <ac:spMk id="49" creationId="{0A597D97-203B-498B-95D3-E90DC961039F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18:08.687" v="108"/>
          <ac:spMkLst>
            <pc:docMk/>
            <pc:sldMk cId="2142729111" sldId="256"/>
            <ac:spMk id="51" creationId="{6A6EF10E-DF41-4BD3-8EB4-6F646531DC26}"/>
          </ac:spMkLst>
        </pc:spChg>
        <pc:grpChg chg="add">
          <ac:chgData name="Kingsley Onyema" userId="S::kingsley.onyema@appnable.com::491848a7-444b-41bf-a5d1-96ce9689d29b" providerId="AD" clId="Web-{DF929EDD-07BA-4D0D-BD92-A1AD6BBB9497}" dt="2026-08-02T18:06:01.983" v="3"/>
          <ac:grpSpMkLst>
            <pc:docMk/>
            <pc:sldMk cId="2142729111" sldId="256"/>
            <ac:grpSpMk id="12" creationId="{032D8612-31EB-44CF-A1D0-14FD4C705424}"/>
          </ac:grpSpMkLst>
        </pc:grpChg>
        <pc:grpChg chg="add del">
          <ac:chgData name="Kingsley Onyema" userId="S::kingsley.onyema@appnable.com::491848a7-444b-41bf-a5d1-96ce9689d29b" providerId="AD" clId="Web-{DF929EDD-07BA-4D0D-BD92-A1AD6BBB9497}" dt="2026-08-02T18:07:24.784" v="7"/>
          <ac:grpSpMkLst>
            <pc:docMk/>
            <pc:sldMk cId="2142729111" sldId="256"/>
            <ac:grpSpMk id="39" creationId="{3A8CA526-05CC-4782-995D-09E54E37681F}"/>
          </ac:grpSpMkLst>
        </pc:grpChg>
        <pc:grpChg chg="add del">
          <ac:chgData name="Kingsley Onyema" userId="S::kingsley.onyema@appnable.com::491848a7-444b-41bf-a5d1-96ce9689d29b" providerId="AD" clId="Web-{DF929EDD-07BA-4D0D-BD92-A1AD6BBB9497}" dt="2026-08-03T00:18:08.687" v="108"/>
          <ac:grpSpMkLst>
            <pc:docMk/>
            <pc:sldMk cId="2142729111" sldId="256"/>
            <ac:grpSpMk id="43" creationId="{A2A4F5A4-1409-1D21-0242-3FD06D0E874E}"/>
          </ac:grpSpMkLst>
        </pc:grpChg>
        <pc:picChg chg="del mod ord">
          <ac:chgData name="Kingsley Onyema" userId="S::kingsley.onyema@appnable.com::491848a7-444b-41bf-a5d1-96ce9689d29b" providerId="AD" clId="Web-{DF929EDD-07BA-4D0D-BD92-A1AD6BBB9497}" dt="2026-08-03T00:16:19.152" v="105"/>
          <ac:picMkLst>
            <pc:docMk/>
            <pc:sldMk cId="2142729111" sldId="256"/>
            <ac:picMk id="4" creationId="{F003BB5A-7A89-9D91-489C-500BB70F34E4}"/>
          </ac:picMkLst>
        </pc:picChg>
        <pc:picChg chg="del mod ord">
          <ac:chgData name="Kingsley Onyema" userId="S::kingsley.onyema@appnable.com::491848a7-444b-41bf-a5d1-96ce9689d29b" providerId="AD" clId="Web-{DF929EDD-07BA-4D0D-BD92-A1AD6BBB9497}" dt="2026-08-03T00:16:17.558" v="104"/>
          <ac:picMkLst>
            <pc:docMk/>
            <pc:sldMk cId="2142729111" sldId="256"/>
            <ac:picMk id="5" creationId="{F1D68E6A-ED01-FAC5-3549-DD6F48A2A81B}"/>
          </ac:picMkLst>
        </pc:picChg>
        <pc:picChg chg="add mod ord">
          <ac:chgData name="Kingsley Onyema" userId="S::kingsley.onyema@appnable.com::491848a7-444b-41bf-a5d1-96ce9689d29b" providerId="AD" clId="Web-{DF929EDD-07BA-4D0D-BD92-A1AD6BBB9497}" dt="2026-08-03T00:18:08.687" v="108"/>
          <ac:picMkLst>
            <pc:docMk/>
            <pc:sldMk cId="2142729111" sldId="256"/>
            <ac:picMk id="6" creationId="{E7C803C0-B1C0-E635-140B-9BE725D3FF77}"/>
          </ac:picMkLst>
        </pc:picChg>
        <pc:picChg chg="add mod ord">
          <ac:chgData name="Kingsley Onyema" userId="S::kingsley.onyema@appnable.com::491848a7-444b-41bf-a5d1-96ce9689d29b" providerId="AD" clId="Web-{DF929EDD-07BA-4D0D-BD92-A1AD6BBB9497}" dt="2026-08-03T00:18:08.687" v="108"/>
          <ac:picMkLst>
            <pc:docMk/>
            <pc:sldMk cId="2142729111" sldId="256"/>
            <ac:picMk id="7" creationId="{89C8377B-1711-0040-61EC-09CA155CD25A}"/>
          </ac:picMkLst>
        </pc:picChg>
        <pc:cxnChg chg="add del">
          <ac:chgData name="Kingsley Onyema" userId="S::kingsley.onyema@appnable.com::491848a7-444b-41bf-a5d1-96ce9689d29b" providerId="AD" clId="Web-{DF929EDD-07BA-4D0D-BD92-A1AD6BBB9497}" dt="2026-08-02T18:07:24.784" v="7"/>
          <ac:cxnSpMkLst>
            <pc:docMk/>
            <pc:sldMk cId="2142729111" sldId="256"/>
            <ac:cxnSpMk id="35" creationId="{DDC379D9-8A4A-420A-9881-7AC34BB321D0}"/>
          </ac:cxnSpMkLst>
        </pc:cxnChg>
        <pc:cxnChg chg="add del">
          <ac:chgData name="Kingsley Onyema" userId="S::kingsley.onyema@appnable.com::491848a7-444b-41bf-a5d1-96ce9689d29b" providerId="AD" clId="Web-{DF929EDD-07BA-4D0D-BD92-A1AD6BBB9497}" dt="2026-08-02T18:07:24.784" v="7"/>
          <ac:cxnSpMkLst>
            <pc:docMk/>
            <pc:sldMk cId="2142729111" sldId="256"/>
            <ac:cxnSpMk id="37" creationId="{EB086D01-60B5-4BE2-982F-0AC3E72E67C1}"/>
          </ac:cxnSpMkLst>
        </pc:cxnChg>
      </pc:sldChg>
      <pc:sldChg chg="addSp delSp modSp mod setBg modNotes">
        <pc:chgData name="Kingsley Onyema" userId="S::kingsley.onyema@appnable.com::491848a7-444b-41bf-a5d1-96ce9689d29b" providerId="AD" clId="Web-{DF929EDD-07BA-4D0D-BD92-A1AD6BBB9497}" dt="2026-08-03T00:21:45.881" v="123"/>
        <pc:sldMkLst>
          <pc:docMk/>
          <pc:sldMk cId="682195269" sldId="257"/>
        </pc:sldMkLst>
        <pc:spChg chg="mod">
          <ac:chgData name="Kingsley Onyema" userId="S::kingsley.onyema@appnable.com::491848a7-444b-41bf-a5d1-96ce9689d29b" providerId="AD" clId="Web-{DF929EDD-07BA-4D0D-BD92-A1AD6BBB9497}" dt="2026-08-03T00:20:33.551" v="117"/>
          <ac:spMkLst>
            <pc:docMk/>
            <pc:sldMk cId="682195269" sldId="257"/>
            <ac:spMk id="2" creationId="{00000000-0000-0000-0000-000000000000}"/>
          </ac:spMkLst>
        </pc:spChg>
        <pc:spChg chg="mod">
          <ac:chgData name="Kingsley Onyema" userId="S::kingsley.onyema@appnable.com::491848a7-444b-41bf-a5d1-96ce9689d29b" providerId="AD" clId="Web-{DF929EDD-07BA-4D0D-BD92-A1AD6BBB9497}" dt="2026-08-03T00:20:33.551" v="117"/>
          <ac:spMkLst>
            <pc:docMk/>
            <pc:sldMk cId="682195269" sldId="257"/>
            <ac:spMk id="3" creationId="{00000000-0000-0000-0000-00000000000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0:33.551" v="117"/>
          <ac:spMkLst>
            <pc:docMk/>
            <pc:sldMk cId="682195269" sldId="257"/>
            <ac:spMk id="10" creationId="{D2B783EE-0239-4717-BBEA-8C9EAC61C824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0:33.551" v="117"/>
          <ac:spMkLst>
            <pc:docMk/>
            <pc:sldMk cId="682195269" sldId="257"/>
            <ac:spMk id="12" creationId="{A7B99495-F43F-4D80-A44F-2CB4764EB90B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0:33.551" v="117"/>
          <ac:spMkLst>
            <pc:docMk/>
            <pc:sldMk cId="682195269" sldId="257"/>
            <ac:spMk id="14" creationId="{70BEB1E7-2F88-40BC-B73D-42E5B6F80BFC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19" creationId="{F4F2FC05-7D27-410F-BDA9-ADF4831368C7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21" creationId="{9080D120-BD54-46E1-BA37-82F5E8089E9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23" creationId="{81D83946-74FA-498A-AC80-9926F041B5C5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25" creationId="{5060D983-8B52-443A-8183-2A1DE05618B5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30" creationId="{F4F2FC05-7D27-410F-BDA9-ADF4831368C7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32" creationId="{9080D120-BD54-46E1-BA37-82F5E8089E90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34" creationId="{81D83946-74FA-498A-AC80-9926F041B5C5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1:45.881" v="123"/>
          <ac:spMkLst>
            <pc:docMk/>
            <pc:sldMk cId="682195269" sldId="257"/>
            <ac:spMk id="36" creationId="{5060D983-8B52-443A-8183-2A1DE05618B5}"/>
          </ac:spMkLst>
        </pc:spChg>
        <pc:picChg chg="add del mod">
          <ac:chgData name="Kingsley Onyema" userId="S::kingsley.onyema@appnable.com::491848a7-444b-41bf-a5d1-96ce9689d29b" providerId="AD" clId="Web-{DF929EDD-07BA-4D0D-BD92-A1AD6BBB9497}" dt="2026-08-03T00:21:26.459" v="121"/>
          <ac:picMkLst>
            <pc:docMk/>
            <pc:sldMk cId="682195269" sldId="257"/>
            <ac:picMk id="4" creationId="{8A9C991F-D451-4F01-8285-5E81BA9B3EEB}"/>
          </ac:picMkLst>
        </pc:picChg>
        <pc:picChg chg="add del mod">
          <ac:chgData name="Kingsley Onyema" userId="S::kingsley.onyema@appnable.com::491848a7-444b-41bf-a5d1-96ce9689d29b" providerId="AD" clId="Web-{DF929EDD-07BA-4D0D-BD92-A1AD6BBB9497}" dt="2026-08-03T00:20:15.378" v="115"/>
          <ac:picMkLst>
            <pc:docMk/>
            <pc:sldMk cId="682195269" sldId="257"/>
            <ac:picMk id="5" creationId="{45FF5A76-DEDE-0521-C8EA-CBE6492D0469}"/>
          </ac:picMkLst>
        </pc:picChg>
        <pc:picChg chg="add mod ord">
          <ac:chgData name="Kingsley Onyema" userId="S::kingsley.onyema@appnable.com::491848a7-444b-41bf-a5d1-96ce9689d29b" providerId="AD" clId="Web-{DF929EDD-07BA-4D0D-BD92-A1AD6BBB9497}" dt="2026-08-03T00:21:45.881" v="123"/>
          <ac:picMkLst>
            <pc:docMk/>
            <pc:sldMk cId="682195269" sldId="257"/>
            <ac:picMk id="6" creationId="{4D66064A-B612-4228-DE37-B5A6E6238B69}"/>
          </ac:picMkLst>
        </pc:picChg>
        <pc:picChg chg="add mod">
          <ac:chgData name="Kingsley Onyema" userId="S::kingsley.onyema@appnable.com::491848a7-444b-41bf-a5d1-96ce9689d29b" providerId="AD" clId="Web-{DF929EDD-07BA-4D0D-BD92-A1AD6BBB9497}" dt="2026-08-03T00:21:45.881" v="123"/>
          <ac:picMkLst>
            <pc:docMk/>
            <pc:sldMk cId="682195269" sldId="257"/>
            <ac:picMk id="7" creationId="{DF49E314-59B0-B613-E41C-A2657AB41BA6}"/>
          </ac:picMkLst>
        </pc:picChg>
      </pc:sldChg>
      <pc:sldChg chg="addSp delSp modSp mod setBg modNotes">
        <pc:chgData name="Kingsley Onyema" userId="S::kingsley.onyema@appnable.com::491848a7-444b-41bf-a5d1-96ce9689d29b" providerId="AD" clId="Web-{DF929EDD-07BA-4D0D-BD92-A1AD6BBB9497}" dt="2026-08-03T00:25:17.185" v="140"/>
        <pc:sldMkLst>
          <pc:docMk/>
          <pc:sldMk cId="1900486290" sldId="258"/>
        </pc:sldMkLst>
        <pc:spChg chg="mod">
          <ac:chgData name="Kingsley Onyema" userId="S::kingsley.onyema@appnable.com::491848a7-444b-41bf-a5d1-96ce9689d29b" providerId="AD" clId="Web-{DF929EDD-07BA-4D0D-BD92-A1AD6BBB9497}" dt="2026-08-03T00:25:17.185" v="140"/>
          <ac:spMkLst>
            <pc:docMk/>
            <pc:sldMk cId="1900486290" sldId="258"/>
            <ac:spMk id="2" creationId="{00000000-0000-0000-0000-000000000000}"/>
          </ac:spMkLst>
        </pc:spChg>
        <pc:spChg chg="add del mod ord">
          <ac:chgData name="Kingsley Onyema" userId="S::kingsley.onyema@appnable.com::491848a7-444b-41bf-a5d1-96ce9689d29b" providerId="AD" clId="Web-{DF929EDD-07BA-4D0D-BD92-A1AD6BBB9497}" dt="2026-08-03T00:25:17.185" v="140"/>
          <ac:spMkLst>
            <pc:docMk/>
            <pc:sldMk cId="1900486290" sldId="258"/>
            <ac:spMk id="4" creationId="{084D0EC6-5A57-93B4-4333-D8CFB9E52027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24:14.616" v="56"/>
          <ac:spMkLst>
            <pc:docMk/>
            <pc:sldMk cId="1900486290" sldId="258"/>
            <ac:spMk id="8" creationId="{9F7D5CDA-D291-4307-BF55-1381FED29634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21:59.774" v="50"/>
          <ac:spMkLst>
            <pc:docMk/>
            <pc:sldMk cId="1900486290" sldId="258"/>
            <ac:spMk id="10" creationId="{C0763A76-9F1C-4FC5-82B7-DD475DA461B2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5:17.185" v="140"/>
          <ac:spMkLst>
            <pc:docMk/>
            <pc:sldMk cId="1900486290" sldId="258"/>
            <ac:spMk id="11" creationId="{79BB35BC-D5C2-4C8B-A22A-A71E6191913B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21:59.774" v="50"/>
          <ac:spMkLst>
            <pc:docMk/>
            <pc:sldMk cId="1900486290" sldId="258"/>
            <ac:spMk id="12" creationId="{E81BF4F6-F2CF-4984-9D14-D6966D92F99F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18:24:01.131" v="54"/>
          <ac:spMkLst>
            <pc:docMk/>
            <pc:sldMk cId="1900486290" sldId="258"/>
            <ac:spMk id="14" creationId="{79BB35BC-D5C2-4C8B-A22A-A71E6191913B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5:07.263" v="137"/>
          <ac:spMkLst>
            <pc:docMk/>
            <pc:sldMk cId="1900486290" sldId="258"/>
            <ac:spMk id="17" creationId="{6D1A2CED-DA9B-4CCF-8215-CFC65FE71603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5:07.263" v="137"/>
          <ac:spMkLst>
            <pc:docMk/>
            <pc:sldMk cId="1900486290" sldId="258"/>
            <ac:spMk id="19" creationId="{562DFC44-A40C-4573-9230-B3EDB3EC8EEB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5:07.263" v="137"/>
          <ac:spMkLst>
            <pc:docMk/>
            <pc:sldMk cId="1900486290" sldId="258"/>
            <ac:spMk id="21" creationId="{15589D35-CF9F-4DE9-A792-8571A09E9BC9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5:17.154" v="139"/>
          <ac:spMkLst>
            <pc:docMk/>
            <pc:sldMk cId="1900486290" sldId="258"/>
            <ac:spMk id="24" creationId="{1D63C574-BFD2-41A1-A567-B0C3CC7FDD4F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25:17.154" v="139"/>
          <ac:spMkLst>
            <pc:docMk/>
            <pc:sldMk cId="1900486290" sldId="258"/>
            <ac:spMk id="33" creationId="{E2A46BAB-8C31-42B2-90E8-B26DD3E81D37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5:17.185" v="140"/>
          <ac:spMkLst>
            <pc:docMk/>
            <pc:sldMk cId="1900486290" sldId="258"/>
            <ac:spMk id="37" creationId="{6D1A2CED-DA9B-4CCF-8215-CFC65FE71603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5:17.185" v="140"/>
          <ac:spMkLst>
            <pc:docMk/>
            <pc:sldMk cId="1900486290" sldId="258"/>
            <ac:spMk id="38" creationId="{562DFC44-A40C-4573-9230-B3EDB3EC8EEB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25:17.185" v="140"/>
          <ac:spMkLst>
            <pc:docMk/>
            <pc:sldMk cId="1900486290" sldId="258"/>
            <ac:spMk id="39" creationId="{15589D35-CF9F-4DE9-A792-8571A09E9BC9}"/>
          </ac:spMkLst>
        </pc:spChg>
        <pc:grpChg chg="add del">
          <ac:chgData name="Kingsley Onyema" userId="S::kingsley.onyema@appnable.com::491848a7-444b-41bf-a5d1-96ce9689d29b" providerId="AD" clId="Web-{DF929EDD-07BA-4D0D-BD92-A1AD6BBB9497}" dt="2026-08-03T00:25:17.154" v="139"/>
          <ac:grpSpMkLst>
            <pc:docMk/>
            <pc:sldMk cId="1900486290" sldId="258"/>
            <ac:grpSpMk id="25" creationId="{43F5E015-E085-4624-B431-B42414448684}"/>
          </ac:grpSpMkLst>
        </pc:grpChg>
        <pc:grpChg chg="add del">
          <ac:chgData name="Kingsley Onyema" userId="S::kingsley.onyema@appnable.com::491848a7-444b-41bf-a5d1-96ce9689d29b" providerId="AD" clId="Web-{DF929EDD-07BA-4D0D-BD92-A1AD6BBB9497}" dt="2026-08-03T00:25:17.154" v="139"/>
          <ac:grpSpMkLst>
            <pc:docMk/>
            <pc:sldMk cId="1900486290" sldId="258"/>
            <ac:grpSpMk id="34" creationId="{B3F7A3C7-0737-4E57-B30E-8EEFE638B401}"/>
          </ac:grpSpMkLst>
        </pc:grpChg>
        <pc:graphicFrameChg chg="add del">
          <ac:chgData name="Kingsley Onyema" userId="S::kingsley.onyema@appnable.com::491848a7-444b-41bf-a5d1-96ce9689d29b" providerId="AD" clId="Web-{DF929EDD-07BA-4D0D-BD92-A1AD6BBB9497}" dt="2026-08-02T18:20:57.771" v="33"/>
          <ac:graphicFrameMkLst>
            <pc:docMk/>
            <pc:sldMk cId="1900486290" sldId="258"/>
            <ac:graphicFrameMk id="6" creationId="{00000000-0000-0000-0000-000000000000}"/>
          </ac:graphicFrameMkLst>
        </pc:graphicFrameChg>
        <pc:graphicFrameChg chg="add del">
          <ac:chgData name="Kingsley Onyema" userId="S::kingsley.onyema@appnable.com::491848a7-444b-41bf-a5d1-96ce9689d29b" providerId="AD" clId="Web-{DF929EDD-07BA-4D0D-BD92-A1AD6BBB9497}" dt="2026-08-03T00:25:07.263" v="137"/>
          <ac:graphicFrameMkLst>
            <pc:docMk/>
            <pc:sldMk cId="1900486290" sldId="258"/>
            <ac:graphicFrameMk id="13" creationId="{6714ABDC-B597-A6D2-8141-B4E539BF4715}"/>
          </ac:graphicFrameMkLst>
        </pc:graphicFrameChg>
        <pc:graphicFrameChg chg="add del">
          <ac:chgData name="Kingsley Onyema" userId="S::kingsley.onyema@appnable.com::491848a7-444b-41bf-a5d1-96ce9689d29b" providerId="AD" clId="Web-{DF929EDD-07BA-4D0D-BD92-A1AD6BBB9497}" dt="2026-08-03T00:25:17.154" v="139"/>
          <ac:graphicFrameMkLst>
            <pc:docMk/>
            <pc:sldMk cId="1900486290" sldId="258"/>
            <ac:graphicFrameMk id="35" creationId="{0AA2CC62-B17F-2968-7133-3C8F06128661}"/>
          </ac:graphicFrameMkLst>
        </pc:graphicFrameChg>
        <pc:graphicFrameChg chg="add">
          <ac:chgData name="Kingsley Onyema" userId="S::kingsley.onyema@appnable.com::491848a7-444b-41bf-a5d1-96ce9689d29b" providerId="AD" clId="Web-{DF929EDD-07BA-4D0D-BD92-A1AD6BBB9497}" dt="2026-08-03T00:25:17.185" v="140"/>
          <ac:graphicFrameMkLst>
            <pc:docMk/>
            <pc:sldMk cId="1900486290" sldId="258"/>
            <ac:graphicFrameMk id="40" creationId="{6714ABDC-B597-A6D2-8141-B4E539BF4715}"/>
          </ac:graphicFrameMkLst>
        </pc:graphicFrameChg>
        <pc:picChg chg="add del">
          <ac:chgData name="Kingsley Onyema" userId="S::kingsley.onyema@appnable.com::491848a7-444b-41bf-a5d1-96ce9689d29b" providerId="AD" clId="Web-{DF929EDD-07BA-4D0D-BD92-A1AD6BBB9497}" dt="2026-08-02T18:21:59.774" v="50"/>
          <ac:picMkLst>
            <pc:docMk/>
            <pc:sldMk cId="1900486290" sldId="258"/>
            <ac:picMk id="7" creationId="{3186C36E-0D5C-EFA3-A805-10A67EF3B35A}"/>
          </ac:picMkLst>
        </pc:picChg>
        <pc:picChg chg="add del mod">
          <ac:chgData name="Kingsley Onyema" userId="S::kingsley.onyema@appnable.com::491848a7-444b-41bf-a5d1-96ce9689d29b" providerId="AD" clId="Web-{DF929EDD-07BA-4D0D-BD92-A1AD6BBB9497}" dt="2026-08-03T00:20:44.301" v="118"/>
          <ac:picMkLst>
            <pc:docMk/>
            <pc:sldMk cId="1900486290" sldId="258"/>
            <ac:picMk id="9" creationId="{2A44C402-EA1C-3B82-6736-956BE1646EF6}"/>
          </ac:picMkLst>
        </pc:picChg>
      </pc:sldChg>
      <pc:sldChg chg="addSp delSp modSp mod setBg modNotes">
        <pc:chgData name="Kingsley Onyema" userId="S::kingsley.onyema@appnable.com::491848a7-444b-41bf-a5d1-96ce9689d29b" providerId="AD" clId="Web-{DF929EDD-07BA-4D0D-BD92-A1AD6BBB9497}" dt="2026-08-03T00:11:33.720" v="96" actId="20577"/>
        <pc:sldMkLst>
          <pc:docMk/>
          <pc:sldMk cId="1180589104" sldId="259"/>
        </pc:sldMkLst>
        <pc:spChg chg="mod ord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DF929EDD-07BA-4D0D-BD92-A1AD6BBB9497}" dt="2026-08-03T00:11:33.720" v="96" actId="20577"/>
          <ac:spMkLst>
            <pc:docMk/>
            <pc:sldMk cId="1180589104" sldId="259"/>
            <ac:spMk id="3" creationId="{00000000-0000-0000-0000-000000000000}"/>
          </ac:spMkLst>
        </pc:spChg>
        <pc:spChg chg="add del mod">
          <ac:chgData name="Kingsley Onyema" userId="S::kingsley.onyema@appnable.com::491848a7-444b-41bf-a5d1-96ce9689d29b" providerId="AD" clId="Web-{DF929EDD-07BA-4D0D-BD92-A1AD6BBB9497}" dt="2026-08-02T18:25:07.010" v="60"/>
          <ac:spMkLst>
            <pc:docMk/>
            <pc:sldMk cId="1180589104" sldId="259"/>
            <ac:spMk id="6" creationId="{CDA80A8E-BBFD-BCC6-0690-0433D2E3D728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2T23:57:16.845" v="67"/>
          <ac:spMkLst>
            <pc:docMk/>
            <pc:sldMk cId="1180589104" sldId="259"/>
            <ac:spMk id="11" creationId="{4C3A44BB-E01C-4AA8-B2C8-32FC346D2ED7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23.768" v="69"/>
          <ac:spMkLst>
            <pc:docMk/>
            <pc:sldMk cId="1180589104" sldId="259"/>
            <ac:spMk id="13" creationId="{B7D0ACE8-8ED8-4CA7-9DDB-B725E80C045F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23.768" v="69"/>
          <ac:spMkLst>
            <pc:docMk/>
            <pc:sldMk cId="1180589104" sldId="259"/>
            <ac:spMk id="14" creationId="{7B0EAC71-1588-4F05-B8F6-39B63FC638B6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23.768" v="69"/>
          <ac:spMkLst>
            <pc:docMk/>
            <pc:sldMk cId="1180589104" sldId="259"/>
            <ac:spMk id="15" creationId="{9864AAEA-8DC4-4D15-864C-B53C5B4CCEE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23.768" v="69"/>
          <ac:spMkLst>
            <pc:docMk/>
            <pc:sldMk cId="1180589104" sldId="259"/>
            <ac:spMk id="17" creationId="{E82F361B-984A-43B6-AFE8-1F14394284E4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23.768" v="69"/>
          <ac:spMkLst>
            <pc:docMk/>
            <pc:sldMk cId="1180589104" sldId="259"/>
            <ac:spMk id="19" creationId="{4F2A6A32-9ADF-4DD4-AEA5-0D1FF0F8B49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40.643" v="73"/>
          <ac:spMkLst>
            <pc:docMk/>
            <pc:sldMk cId="1180589104" sldId="259"/>
            <ac:spMk id="24" creationId="{7B0EAC71-1588-4F05-B8F6-39B63FC638B6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40.643" v="73"/>
          <ac:spMkLst>
            <pc:docMk/>
            <pc:sldMk cId="1180589104" sldId="259"/>
            <ac:spMk id="25" creationId="{B7D0ACE8-8ED8-4CA7-9DDB-B725E80C045F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40.643" v="73"/>
          <ac:spMkLst>
            <pc:docMk/>
            <pc:sldMk cId="1180589104" sldId="259"/>
            <ac:spMk id="26" creationId="{9864AAEA-8DC4-4D15-864C-B53C5B4CCEE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40.643" v="73"/>
          <ac:spMkLst>
            <pc:docMk/>
            <pc:sldMk cId="1180589104" sldId="259"/>
            <ac:spMk id="27" creationId="{E82F361B-984A-43B6-AFE8-1F14394284E4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40.643" v="73"/>
          <ac:spMkLst>
            <pc:docMk/>
            <pc:sldMk cId="1180589104" sldId="259"/>
            <ac:spMk id="28" creationId="{4F2A6A32-9ADF-4DD4-AEA5-0D1FF0F8B490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4:47.394" v="75"/>
          <ac:spMkLst>
            <pc:docMk/>
            <pc:sldMk cId="1180589104" sldId="259"/>
            <ac:spMk id="30" creationId="{114C78B5-EC6B-4A39-8860-705100867457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5:01.441" v="77"/>
          <ac:spMkLst>
            <pc:docMk/>
            <pc:sldMk cId="1180589104" sldId="259"/>
            <ac:spMk id="35" creationId="{09C509D2-0C1A-47B8-89C1-D3AB17D45256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37" creationId="{B43B9CA2-4B31-4ACD-9A9F-B8E6C6420386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38" creationId="{33F94DB1-BC5D-454D-845C-7BA3A1F46999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39" creationId="{5676B86F-860B-4586-BCAA-C0650C09B7B9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40" creationId="{8C818ED5-2F56-4171-9445-3AA4F4462396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41" creationId="{DE74FCE8-866C-4AFA-B45C-FACE2A6094E4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3"/>
          <ac:spMkLst>
            <pc:docMk/>
            <pc:sldMk cId="1180589104" sldId="259"/>
            <ac:spMk id="46" creationId="{26FF42C2-EA15-4154-B242-E98E88CED99C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3"/>
          <ac:spMkLst>
            <pc:docMk/>
            <pc:sldMk cId="1180589104" sldId="259"/>
            <ac:spMk id="48" creationId="{D79DE9F7-28C4-4856-BA57-D696E124C137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3"/>
          <ac:spMkLst>
            <pc:docMk/>
            <pc:sldMk cId="1180589104" sldId="259"/>
            <ac:spMk id="50" creationId="{E1F9ED9C-121B-44C6-A308-5824769C40D5}"/>
          </ac:spMkLst>
        </pc:spChg>
        <pc:spChg chg="add del">
          <ac:chgData name="Kingsley Onyema" userId="S::kingsley.onyema@appnable.com::491848a7-444b-41bf-a5d1-96ce9689d29b" providerId="AD" clId="Web-{DF929EDD-07BA-4D0D-BD92-A1AD6BBB9497}" dt="2026-08-03T00:07:44.494" v="83"/>
          <ac:spMkLst>
            <pc:docMk/>
            <pc:sldMk cId="1180589104" sldId="259"/>
            <ac:spMk id="52" creationId="{4A5F8185-F27B-4E99-A06C-007336FE3F2D}"/>
          </ac:spMkLst>
        </pc:spChg>
        <pc:spChg chg="add">
          <ac:chgData name="Kingsley Onyema" userId="S::kingsley.onyema@appnable.com::491848a7-444b-41bf-a5d1-96ce9689d29b" providerId="AD" clId="Web-{DF929EDD-07BA-4D0D-BD92-A1AD6BBB9497}" dt="2026-08-03T00:07:44.494" v="84"/>
          <ac:spMkLst>
            <pc:docMk/>
            <pc:sldMk cId="1180589104" sldId="259"/>
            <ac:spMk id="54" creationId="{4DD35268-6FBE-0BCD-C050-3F804C7C54A2}"/>
          </ac:spMkLst>
        </pc:spChg>
        <pc:grpChg chg="add del">
          <ac:chgData name="Kingsley Onyema" userId="S::kingsley.onyema@appnable.com::491848a7-444b-41bf-a5d1-96ce9689d29b" providerId="AD" clId="Web-{DF929EDD-07BA-4D0D-BD92-A1AD6BBB9497}" dt="2026-08-03T00:04:28.721" v="71"/>
          <ac:grpSpMkLst>
            <pc:docMk/>
            <pc:sldMk cId="1180589104" sldId="259"/>
            <ac:grpSpMk id="21" creationId="{E33D8A0C-28ED-C6DD-9FF8-421807F54E12}"/>
          </ac:grpSpMkLst>
        </pc:grpChg>
        <pc:grpChg chg="add del">
          <ac:chgData name="Kingsley Onyema" userId="S::kingsley.onyema@appnable.com::491848a7-444b-41bf-a5d1-96ce9689d29b" providerId="AD" clId="Web-{DF929EDD-07BA-4D0D-BD92-A1AD6BBB9497}" dt="2026-08-03T00:04:47.394" v="75"/>
          <ac:grpSpMkLst>
            <pc:docMk/>
            <pc:sldMk cId="1180589104" sldId="259"/>
            <ac:grpSpMk id="31" creationId="{A50943B0-FDF7-4C2C-B784-9208C945A8C3}"/>
          </ac:grpSpMkLst>
        </pc:grpChg>
        <pc:graphicFrameChg chg="del">
          <ac:chgData name="Kingsley Onyema" userId="S::kingsley.onyema@appnable.com::491848a7-444b-41bf-a5d1-96ce9689d29b" providerId="AD" clId="Web-{DF929EDD-07BA-4D0D-BD92-A1AD6BBB9497}" dt="2026-08-02T18:25:01.478" v="59"/>
          <ac:graphicFrameMkLst>
            <pc:docMk/>
            <pc:sldMk cId="1180589104" sldId="259"/>
            <ac:graphicFrameMk id="5" creationId="{00000000-0000-0000-0000-000000000000}"/>
          </ac:graphicFrameMkLst>
        </pc:graphicFrameChg>
        <pc:picChg chg="add mod ord">
          <ac:chgData name="Kingsley Onyema" userId="S::kingsley.onyema@appnable.com::491848a7-444b-41bf-a5d1-96ce9689d29b" providerId="AD" clId="Web-{DF929EDD-07BA-4D0D-BD92-A1AD6BBB9497}" dt="2026-08-03T00:07:44.494" v="84"/>
          <ac:picMkLst>
            <pc:docMk/>
            <pc:sldMk cId="1180589104" sldId="259"/>
            <ac:picMk id="4" creationId="{4E8A09AF-760E-7504-69B6-DC1CA1E3100B}"/>
          </ac:picMkLst>
        </pc:picChg>
        <pc:picChg chg="add mod ord">
          <ac:chgData name="Kingsley Onyema" userId="S::kingsley.onyema@appnable.com::491848a7-444b-41bf-a5d1-96ce9689d29b" providerId="AD" clId="Web-{DF929EDD-07BA-4D0D-BD92-A1AD6BBB9497}" dt="2026-08-03T00:07:44.494" v="84"/>
          <ac:picMkLst>
            <pc:docMk/>
            <pc:sldMk cId="1180589104" sldId="259"/>
            <ac:picMk id="5" creationId="{06B06063-6A56-24D7-5A22-D553BCEA65D4}"/>
          </ac:picMkLst>
        </pc:picChg>
        <pc:picChg chg="add mod">
          <ac:chgData name="Kingsley Onyema" userId="S::kingsley.onyema@appnable.com::491848a7-444b-41bf-a5d1-96ce9689d29b" providerId="AD" clId="Web-{DF929EDD-07BA-4D0D-BD92-A1AD6BBB9497}" dt="2026-08-03T00:05:01.457" v="78"/>
          <ac:picMkLst>
            <pc:docMk/>
            <pc:sldMk cId="1180589104" sldId="259"/>
            <ac:picMk id="6" creationId="{9A9B42A8-9F21-FC09-8069-B53CA7630F01}"/>
          </ac:picMkLst>
        </pc:picChg>
      </pc:sldChg>
      <pc:sldChg chg="modSp">
        <pc:chgData name="Kingsley Onyema" userId="S::kingsley.onyema@appnable.com::491848a7-444b-41bf-a5d1-96ce9689d29b" providerId="AD" clId="Web-{DF929EDD-07BA-4D0D-BD92-A1AD6BBB9497}" dt="2026-08-03T00:10:35.077" v="91" actId="20577"/>
        <pc:sldMkLst>
          <pc:docMk/>
          <pc:sldMk cId="2426022026" sldId="260"/>
        </pc:sldMkLst>
        <pc:spChg chg="mod">
          <ac:chgData name="Kingsley Onyema" userId="S::kingsley.onyema@appnable.com::491848a7-444b-41bf-a5d1-96ce9689d29b" providerId="AD" clId="Web-{DF929EDD-07BA-4D0D-BD92-A1AD6BBB9497}" dt="2026-08-03T00:10:35.077" v="91" actId="20577"/>
          <ac:spMkLst>
            <pc:docMk/>
            <pc:sldMk cId="2426022026" sldId="260"/>
            <ac:spMk id="2" creationId="{00000000-0000-0000-0000-000000000000}"/>
          </ac:spMkLst>
        </pc:spChg>
      </pc:sldChg>
    </pc:docChg>
  </pc:docChgLst>
  <pc:docChgLst>
    <pc:chgData name="Kingsley Onyema" userId="S::kingsley.onyema@appnable.com::491848a7-444b-41bf-a5d1-96ce9689d29b" providerId="AD" clId="Web-{5073CE38-1604-4AF5-98C5-97BA621D0B6C}"/>
    <pc:docChg chg="mod modSld addMainMaster delMainMaster modMainMaster">
      <pc:chgData name="Kingsley Onyema" userId="S::kingsley.onyema@appnable.com::491848a7-444b-41bf-a5d1-96ce9689d29b" providerId="AD" clId="Web-{5073CE38-1604-4AF5-98C5-97BA621D0B6C}" dt="2026-08-02T12:53:24.031" v="1"/>
      <pc:docMkLst>
        <pc:docMk/>
      </pc:docMkLst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2142729111" sldId="256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142729111" sldId="256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142729111" sldId="256"/>
            <ac:spMk id="3" creationId="{00000000-0000-0000-0000-000000000000}"/>
          </ac:spMkLst>
        </pc:sp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682195269" sldId="257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682195269" sldId="257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682195269" sldId="257"/>
            <ac:spMk id="3" creationId="{00000000-0000-0000-0000-000000000000}"/>
          </ac:spMkLst>
        </pc:sp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1900486290" sldId="258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900486290" sldId="258"/>
            <ac:spMk id="2" creationId="{00000000-0000-0000-0000-000000000000}"/>
          </ac:spMkLst>
        </pc:spChg>
        <pc:graphicFrameChg chg="mod ord">
          <ac:chgData name="Kingsley Onyema" userId="S::kingsley.onyema@appnable.com::491848a7-444b-41bf-a5d1-96ce9689d29b" providerId="AD" clId="Web-{5073CE38-1604-4AF5-98C5-97BA621D0B6C}" dt="2026-08-02T12:53:24.031" v="1"/>
          <ac:graphicFrameMkLst>
            <pc:docMk/>
            <pc:sldMk cId="1900486290" sldId="258"/>
            <ac:graphicFrameMk id="6" creationId="{00000000-0000-0000-0000-000000000000}"/>
          </ac:graphicFrameMkLst>
        </pc:graphicFrame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1180589104" sldId="259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180589104" sldId="259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180589104" sldId="259"/>
            <ac:spMk id="3" creationId="{00000000-0000-0000-0000-000000000000}"/>
          </ac:spMkLst>
        </pc:spChg>
        <pc:graphicFrameChg chg="mod ord modGraphic">
          <ac:chgData name="Kingsley Onyema" userId="S::kingsley.onyema@appnable.com::491848a7-444b-41bf-a5d1-96ce9689d29b" providerId="AD" clId="Web-{5073CE38-1604-4AF5-98C5-97BA621D0B6C}" dt="2026-08-02T12:53:24.031" v="1"/>
          <ac:graphicFrameMkLst>
            <pc:docMk/>
            <pc:sldMk cId="1180589104" sldId="259"/>
            <ac:graphicFrameMk id="5" creationId="{00000000-0000-0000-0000-000000000000}"/>
          </ac:graphicFrameMkLst>
        </pc:graphicFrame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2426022026" sldId="260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426022026" sldId="260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426022026" sldId="260"/>
            <ac:spMk id="5" creationId="{00000000-0000-0000-0000-000000000000}"/>
          </ac:spMkLst>
        </pc:spChg>
        <pc:graphicFrameChg chg="mod ord">
          <ac:chgData name="Kingsley Onyema" userId="S::kingsley.onyema@appnable.com::491848a7-444b-41bf-a5d1-96ce9689d29b" providerId="AD" clId="Web-{5073CE38-1604-4AF5-98C5-97BA621D0B6C}" dt="2026-08-02T12:53:24.031" v="1"/>
          <ac:graphicFrameMkLst>
            <pc:docMk/>
            <pc:sldMk cId="2426022026" sldId="260"/>
            <ac:graphicFrameMk id="6" creationId="{00000000-0000-0000-0000-000000000000}"/>
          </ac:graphicFrameMkLst>
        </pc:graphicFrame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1783796071" sldId="261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783796071" sldId="261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783796071" sldId="261"/>
            <ac:spMk id="5" creationId="{00000000-0000-0000-0000-000000000000}"/>
          </ac:spMkLst>
        </pc:sp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3387061768" sldId="262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3387061768" sldId="262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3387061768" sldId="262"/>
            <ac:spMk id="7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3387061768" sldId="262"/>
            <ac:spMk id="8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3387061768" sldId="262"/>
            <ac:spMk id="9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3387061768" sldId="262"/>
            <ac:spMk id="10" creationId="{00000000-0000-0000-0000-000000000000}"/>
          </ac:spMkLst>
        </pc:sp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3440500440" sldId="263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3440500440" sldId="263"/>
            <ac:spMk id="2" creationId="{00000000-0000-0000-0000-000000000000}"/>
          </ac:spMkLst>
        </pc:spChg>
      </pc:sldChg>
      <pc:sldChg chg="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4129439513" sldId="264"/>
        </pc:sldMkLst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1827431122" sldId="265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827431122" sldId="265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827431122" sldId="265"/>
            <ac:spMk id="5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1827431122" sldId="265"/>
            <ac:spMk id="6" creationId="{00000000-0000-0000-0000-000000000000}"/>
          </ac:spMkLst>
        </pc:spChg>
      </pc:sldChg>
      <pc:sldChg chg="modSp mod modClrScheme chgLayout">
        <pc:chgData name="Kingsley Onyema" userId="S::kingsley.onyema@appnable.com::491848a7-444b-41bf-a5d1-96ce9689d29b" providerId="AD" clId="Web-{5073CE38-1604-4AF5-98C5-97BA621D0B6C}" dt="2026-08-02T12:53:24.031" v="1"/>
        <pc:sldMkLst>
          <pc:docMk/>
          <pc:sldMk cId="2521986180" sldId="266"/>
        </pc:sldMkLst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521986180" sldId="266"/>
            <ac:spMk id="2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521986180" sldId="266"/>
            <ac:spMk id="5" creationId="{00000000-0000-0000-0000-000000000000}"/>
          </ac:spMkLst>
        </pc:spChg>
        <pc:spChg chg="mod ord">
          <ac:chgData name="Kingsley Onyema" userId="S::kingsley.onyema@appnable.com::491848a7-444b-41bf-a5d1-96ce9689d29b" providerId="AD" clId="Web-{5073CE38-1604-4AF5-98C5-97BA621D0B6C}" dt="2026-08-02T12:53:24.031" v="1"/>
          <ac:spMkLst>
            <pc:docMk/>
            <pc:sldMk cId="2521986180" sldId="266"/>
            <ac:spMk id="6" creationId="{00000000-0000-0000-0000-000000000000}"/>
          </ac:spMkLst>
        </pc:spChg>
      </pc:sldChg>
      <pc:sldMasterChg chg="add del addSldLayout delSldLayout">
        <pc:chgData name="Kingsley Onyema" userId="S::kingsley.onyema@appnable.com::491848a7-444b-41bf-a5d1-96ce9689d29b" providerId="AD" clId="Web-{5073CE38-1604-4AF5-98C5-97BA621D0B6C}" dt="2026-08-02T12:53:24.031" v="1"/>
        <pc:sldMasterMkLst>
          <pc:docMk/>
          <pc:sldMasterMk cId="1155871656" sldId="2147483648"/>
        </pc:sldMasterMkLst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630729612" sldId="2147483649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3215576435" sldId="2147483650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1917355129" sldId="2147483651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3963172377" sldId="2147483652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1447994018" sldId="2147483653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3956345120" sldId="2147483654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3667301160" sldId="2147483655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978961171" sldId="2147483656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3225279163" sldId="2147483657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3787557672" sldId="2147483658"/>
          </pc:sldLayoutMkLst>
        </pc:sldLayoutChg>
        <pc:sldLayoutChg chg="add del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1155871656" sldId="2147483648"/>
            <pc:sldLayoutMk cId="770254474" sldId="2147483659"/>
          </pc:sldLayoutMkLst>
        </pc:sldLayoutChg>
      </pc:sldMasterChg>
      <pc:sldMasterChg chg="add del modTransition addSldLayout delSldLayout modSldLayout">
        <pc:chgData name="Kingsley Onyema" userId="S::kingsley.onyema@appnable.com::491848a7-444b-41bf-a5d1-96ce9689d29b" providerId="AD" clId="Web-{5073CE38-1604-4AF5-98C5-97BA621D0B6C}" dt="2026-08-02T12:53:24.031" v="1"/>
        <pc:sldMasterMkLst>
          <pc:docMk/>
          <pc:sldMasterMk cId="2129734622" sldId="2147483660"/>
        </pc:sldMasterMkLst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534614885" sldId="2147483661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086911612" sldId="2147483662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290018429" sldId="2147483663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3223513618" sldId="2147483664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451688821" sldId="2147483665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293937188" sldId="2147483666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3228086138" sldId="2147483667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968627452" sldId="2147483668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230292230" sldId="2147483669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706682153" sldId="2147483670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788131743" sldId="2147483671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08461363" sldId="2147483672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861213659" sldId="2147483673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761981884" sldId="2147483674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685137964" sldId="2147483675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904658677" sldId="2147483676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3686428017" sldId="2147483677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146895096" sldId="2147483678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4156527554" sldId="2147483679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947914694" sldId="2147483680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460408965" sldId="2147483681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329204319" sldId="2147483682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363463334" sldId="2147483683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763158887" sldId="2147483684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93791942" sldId="2147483685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3607772359" sldId="2147483686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534467692" sldId="2147483687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324726242" sldId="2147483688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003549804" sldId="2147483689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295536893" sldId="2147483690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3559508611" sldId="2147483691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872345174" sldId="2147483692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150553266" sldId="2147483693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241096376" sldId="2147483694"/>
          </pc:sldLayoutMkLst>
        </pc:sldLayoutChg>
        <pc:sldLayoutChg chg="add del mod replId">
          <pc:chgData name="Kingsley Onyema" userId="S::kingsley.onyema@appnable.com::491848a7-444b-41bf-a5d1-96ce9689d29b" providerId="AD" clId="Web-{5073CE38-1604-4AF5-98C5-97BA621D0B6C}" dt="2026-08-02T12:53:24.031" v="1"/>
          <pc:sldLayoutMkLst>
            <pc:docMk/>
            <pc:sldMasterMk cId="2129734622" sldId="2147483660"/>
            <pc:sldLayoutMk cId="1342307915" sldId="2147483695"/>
          </pc:sldLayoutMkLst>
        </pc:sldLayoutChg>
      </pc:sldMasterChg>
    </pc:docChg>
  </pc:docChgLst>
  <pc:docChgLst>
    <pc:chgData name="Kingsley Onyema" userId="S::kingsley.onyema@appnable.com::491848a7-444b-41bf-a5d1-96ce9689d29b" providerId="AD" clId="Web-{F17E7E8E-6C83-49D9-9AA4-550BDE4633F0}"/>
    <pc:docChg chg="modSld">
      <pc:chgData name="Kingsley Onyema" userId="S::kingsley.onyema@appnable.com::491848a7-444b-41bf-a5d1-96ce9689d29b" providerId="AD" clId="Web-{F17E7E8E-6C83-49D9-9AA4-550BDE4633F0}" dt="2026-08-02T18:05:12.875" v="16" actId="20577"/>
      <pc:docMkLst>
        <pc:docMk/>
      </pc:docMkLst>
      <pc:sldChg chg="addSp modSp modNotes">
        <pc:chgData name="Kingsley Onyema" userId="S::kingsley.onyema@appnable.com::491848a7-444b-41bf-a5d1-96ce9689d29b" providerId="AD" clId="Web-{F17E7E8E-6C83-49D9-9AA4-550BDE4633F0}" dt="2026-08-02T18:05:12.875" v="16" actId="20577"/>
        <pc:sldMkLst>
          <pc:docMk/>
          <pc:sldMk cId="2142729111" sldId="256"/>
        </pc:sldMkLst>
        <pc:spChg chg="mod">
          <ac:chgData name="Kingsley Onyema" userId="S::kingsley.onyema@appnable.com::491848a7-444b-41bf-a5d1-96ce9689d29b" providerId="AD" clId="Web-{F17E7E8E-6C83-49D9-9AA4-550BDE4633F0}" dt="2026-08-02T18:05:12.875" v="16" actId="20577"/>
          <ac:spMkLst>
            <pc:docMk/>
            <pc:sldMk cId="2142729111" sldId="256"/>
            <ac:spMk id="2" creationId="{00000000-0000-0000-0000-000000000000}"/>
          </ac:spMkLst>
        </pc:spChg>
        <pc:spChg chg="mod">
          <ac:chgData name="Kingsley Onyema" userId="S::kingsley.onyema@appnable.com::491848a7-444b-41bf-a5d1-96ce9689d29b" providerId="AD" clId="Web-{F17E7E8E-6C83-49D9-9AA4-550BDE4633F0}" dt="2026-08-02T18:03:55.838" v="10" actId="20577"/>
          <ac:spMkLst>
            <pc:docMk/>
            <pc:sldMk cId="2142729111" sldId="256"/>
            <ac:spMk id="3" creationId="{00000000-0000-0000-0000-000000000000}"/>
          </ac:spMkLst>
        </pc:spChg>
        <pc:picChg chg="add mod">
          <ac:chgData name="Kingsley Onyema" userId="S::kingsley.onyema@appnable.com::491848a7-444b-41bf-a5d1-96ce9689d29b" providerId="AD" clId="Web-{F17E7E8E-6C83-49D9-9AA4-550BDE4633F0}" dt="2026-08-02T18:04:09.729" v="11"/>
          <ac:picMkLst>
            <pc:docMk/>
            <pc:sldMk cId="2142729111" sldId="256"/>
            <ac:picMk id="4" creationId="{F003BB5A-7A89-9D91-489C-500BB70F34E4}"/>
          </ac:picMkLst>
        </pc:picChg>
        <pc:picChg chg="add mod">
          <ac:chgData name="Kingsley Onyema" userId="S::kingsley.onyema@appnable.com::491848a7-444b-41bf-a5d1-96ce9689d29b" providerId="AD" clId="Web-{F17E7E8E-6C83-49D9-9AA4-550BDE4633F0}" dt="2026-08-02T18:04:51.668" v="12"/>
          <ac:picMkLst>
            <pc:docMk/>
            <pc:sldMk cId="2142729111" sldId="256"/>
            <ac:picMk id="5" creationId="{F1D68E6A-ED01-FAC5-3549-DD6F48A2A81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4AB93-51F3-42E9-AC52-BF0F8E66FAC3}" type="doc">
      <dgm:prSet loTypeId="urn:microsoft.com/office/officeart/2005/8/layout/lProcess1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NG"/>
        </a:p>
      </dgm:t>
    </dgm:pt>
    <dgm:pt modelId="{64C53D19-6044-4A19-97DE-715A238326D1}">
      <dgm:prSet phldrT="[Text]" phldr="0"/>
      <dgm:spPr/>
      <dgm:t>
        <a:bodyPr/>
        <a:lstStyle/>
        <a:p>
          <a:r>
            <a:rPr lang="en-NG" dirty="0"/>
            <a:t>Robot</a:t>
          </a:r>
        </a:p>
      </dgm:t>
    </dgm:pt>
    <dgm:pt modelId="{B02B4A06-AD93-4EA8-9309-CE29493409F7}" type="parTrans" cxnId="{A4398ABE-23BF-4ABF-B37E-CC5E29199726}">
      <dgm:prSet/>
      <dgm:spPr/>
      <dgm:t>
        <a:bodyPr/>
        <a:lstStyle/>
        <a:p>
          <a:endParaRPr lang="en-NG"/>
        </a:p>
      </dgm:t>
    </dgm:pt>
    <dgm:pt modelId="{5C1F2DA3-3964-4C9F-A725-77412061501E}" type="sibTrans" cxnId="{A4398ABE-23BF-4ABF-B37E-CC5E29199726}">
      <dgm:prSet/>
      <dgm:spPr/>
      <dgm:t>
        <a:bodyPr/>
        <a:lstStyle/>
        <a:p>
          <a:endParaRPr lang="en-NG"/>
        </a:p>
      </dgm:t>
    </dgm:pt>
    <dgm:pt modelId="{4E669094-A9BE-4047-AACE-ED2E449FD0A9}">
      <dgm:prSet phldrT="[Text]" phldr="0"/>
      <dgm:spPr/>
      <dgm:t>
        <a:bodyPr/>
        <a:lstStyle/>
        <a:p>
          <a:r>
            <a:rPr lang="en-NG" dirty="0"/>
            <a:t>Program</a:t>
          </a:r>
        </a:p>
      </dgm:t>
    </dgm:pt>
    <dgm:pt modelId="{C25F9494-2836-4F9F-AE2A-4BA0DFEF248F}" type="parTrans" cxnId="{C765A941-73C8-4D2B-A4FC-14ADF458E271}">
      <dgm:prSet/>
      <dgm:spPr/>
      <dgm:t>
        <a:bodyPr/>
        <a:lstStyle/>
        <a:p>
          <a:endParaRPr lang="en-NG"/>
        </a:p>
      </dgm:t>
    </dgm:pt>
    <dgm:pt modelId="{F1A71333-EDB0-4EFD-9815-C05874C0A876}" type="sibTrans" cxnId="{C765A941-73C8-4D2B-A4FC-14ADF458E271}">
      <dgm:prSet/>
      <dgm:spPr/>
      <dgm:t>
        <a:bodyPr/>
        <a:lstStyle/>
        <a:p>
          <a:endParaRPr lang="en-NG"/>
        </a:p>
      </dgm:t>
    </dgm:pt>
    <dgm:pt modelId="{9804522B-CBBA-4D93-9330-28C5AB980DA3}">
      <dgm:prSet phldrT="[Text]" phldr="0"/>
      <dgm:spPr/>
      <dgm:t>
        <a:bodyPr/>
        <a:lstStyle/>
        <a:p>
          <a:r>
            <a:rPr lang="en-NG" dirty="0"/>
            <a:t>Action</a:t>
          </a:r>
        </a:p>
      </dgm:t>
    </dgm:pt>
    <dgm:pt modelId="{F83AEAFB-9FEC-4375-856E-53FB30575416}" type="parTrans" cxnId="{034CA3C0-7530-482C-9127-A93E989FDAD0}">
      <dgm:prSet/>
      <dgm:spPr/>
      <dgm:t>
        <a:bodyPr/>
        <a:lstStyle/>
        <a:p>
          <a:endParaRPr lang="en-NG"/>
        </a:p>
      </dgm:t>
    </dgm:pt>
    <dgm:pt modelId="{DF503EFF-8454-4A11-81C4-090DC22442E0}" type="sibTrans" cxnId="{034CA3C0-7530-482C-9127-A93E989FDAD0}">
      <dgm:prSet/>
      <dgm:spPr/>
      <dgm:t>
        <a:bodyPr/>
        <a:lstStyle/>
        <a:p>
          <a:endParaRPr lang="en-NG"/>
        </a:p>
      </dgm:t>
    </dgm:pt>
    <dgm:pt modelId="{800C90E4-F501-45B6-9799-E727D46DF5AB}">
      <dgm:prSet phldrT="[Text]" phldr="0"/>
      <dgm:spPr/>
      <dgm:t>
        <a:bodyPr/>
        <a:lstStyle/>
        <a:p>
          <a:r>
            <a:rPr lang="en-NG" dirty="0"/>
            <a:t>Website</a:t>
          </a:r>
        </a:p>
      </dgm:t>
    </dgm:pt>
    <dgm:pt modelId="{382BD86E-6DC6-4CC7-ADD0-F076CF9CF621}" type="parTrans" cxnId="{23666E6A-7405-4E63-9F7D-3413CACBC08E}">
      <dgm:prSet/>
      <dgm:spPr/>
      <dgm:t>
        <a:bodyPr/>
        <a:lstStyle/>
        <a:p>
          <a:endParaRPr lang="en-NG"/>
        </a:p>
      </dgm:t>
    </dgm:pt>
    <dgm:pt modelId="{E60F74CC-314E-4704-9285-1CDB365748C5}" type="sibTrans" cxnId="{23666E6A-7405-4E63-9F7D-3413CACBC08E}">
      <dgm:prSet/>
      <dgm:spPr/>
      <dgm:t>
        <a:bodyPr/>
        <a:lstStyle/>
        <a:p>
          <a:endParaRPr lang="en-NG"/>
        </a:p>
      </dgm:t>
    </dgm:pt>
    <dgm:pt modelId="{3AE1F084-01EA-457D-B222-2FB44C788D5F}">
      <dgm:prSet phldrT="[Text]" phldr="0"/>
      <dgm:spPr/>
      <dgm:t>
        <a:bodyPr/>
        <a:lstStyle/>
        <a:p>
          <a:r>
            <a:rPr lang="en-NG" dirty="0"/>
            <a:t>Code</a:t>
          </a:r>
        </a:p>
      </dgm:t>
    </dgm:pt>
    <dgm:pt modelId="{57B065E1-4849-4BAE-A3EA-357E559711CC}" type="parTrans" cxnId="{B84033E5-B127-4887-A6BB-496E4DAD0021}">
      <dgm:prSet/>
      <dgm:spPr/>
      <dgm:t>
        <a:bodyPr/>
        <a:lstStyle/>
        <a:p>
          <a:endParaRPr lang="en-NG"/>
        </a:p>
      </dgm:t>
    </dgm:pt>
    <dgm:pt modelId="{40063486-B018-491A-A632-BDA3ACFE50AA}" type="sibTrans" cxnId="{B84033E5-B127-4887-A6BB-496E4DAD0021}">
      <dgm:prSet/>
      <dgm:spPr/>
      <dgm:t>
        <a:bodyPr/>
        <a:lstStyle/>
        <a:p>
          <a:endParaRPr lang="en-NG"/>
        </a:p>
      </dgm:t>
    </dgm:pt>
    <dgm:pt modelId="{19A8832E-99E6-4484-93D0-30ECA119E87A}">
      <dgm:prSet phldrT="[Text]" phldr="0"/>
      <dgm:spPr/>
      <dgm:t>
        <a:bodyPr/>
        <a:lstStyle/>
        <a:p>
          <a:r>
            <a:rPr lang="en-NG" dirty="0"/>
            <a:t>Action</a:t>
          </a:r>
        </a:p>
      </dgm:t>
    </dgm:pt>
    <dgm:pt modelId="{97B70AEC-9AC7-4A83-9678-2D3E5B64ED28}" type="parTrans" cxnId="{156DC1DD-B246-4E47-9AF5-A31C97A50010}">
      <dgm:prSet/>
      <dgm:spPr/>
      <dgm:t>
        <a:bodyPr/>
        <a:lstStyle/>
        <a:p>
          <a:endParaRPr lang="en-NG"/>
        </a:p>
      </dgm:t>
    </dgm:pt>
    <dgm:pt modelId="{C19F3FC2-9D0C-47FD-887D-EF3CF17E2914}" type="sibTrans" cxnId="{156DC1DD-B246-4E47-9AF5-A31C97A50010}">
      <dgm:prSet/>
      <dgm:spPr/>
      <dgm:t>
        <a:bodyPr/>
        <a:lstStyle/>
        <a:p>
          <a:endParaRPr lang="en-NG"/>
        </a:p>
      </dgm:t>
    </dgm:pt>
    <dgm:pt modelId="{49BA0D55-75A0-408A-A5AC-55EDC5F669A3}" type="pres">
      <dgm:prSet presAssocID="{1A54AB93-51F3-42E9-AC52-BF0F8E66FAC3}" presName="Name0" presStyleCnt="0">
        <dgm:presLayoutVars>
          <dgm:dir/>
          <dgm:animLvl val="lvl"/>
          <dgm:resizeHandles val="exact"/>
        </dgm:presLayoutVars>
      </dgm:prSet>
      <dgm:spPr/>
    </dgm:pt>
    <dgm:pt modelId="{14D00318-04FF-4811-9CAD-1DF65B40F5BA}" type="pres">
      <dgm:prSet presAssocID="{64C53D19-6044-4A19-97DE-715A238326D1}" presName="vertFlow" presStyleCnt="0"/>
      <dgm:spPr/>
    </dgm:pt>
    <dgm:pt modelId="{44DB38F0-0D48-433C-A8FC-22BC0843C0E5}" type="pres">
      <dgm:prSet presAssocID="{64C53D19-6044-4A19-97DE-715A238326D1}" presName="header" presStyleLbl="node1" presStyleIdx="0" presStyleCnt="2"/>
      <dgm:spPr/>
    </dgm:pt>
    <dgm:pt modelId="{464B42D6-FCEF-46C6-AA16-2E06ECAB99EB}" type="pres">
      <dgm:prSet presAssocID="{C25F9494-2836-4F9F-AE2A-4BA0DFEF248F}" presName="parTrans" presStyleLbl="sibTrans2D1" presStyleIdx="0" presStyleCnt="4"/>
      <dgm:spPr/>
    </dgm:pt>
    <dgm:pt modelId="{3318A035-BE8E-4F47-9812-557D056D20F7}" type="pres">
      <dgm:prSet presAssocID="{4E669094-A9BE-4047-AACE-ED2E449FD0A9}" presName="child" presStyleLbl="alignAccFollowNode1" presStyleIdx="0" presStyleCnt="4">
        <dgm:presLayoutVars>
          <dgm:chMax val="0"/>
          <dgm:bulletEnabled val="1"/>
        </dgm:presLayoutVars>
      </dgm:prSet>
      <dgm:spPr/>
    </dgm:pt>
    <dgm:pt modelId="{9038D4D3-45C1-4768-A9A4-A1F88E5564AF}" type="pres">
      <dgm:prSet presAssocID="{F1A71333-EDB0-4EFD-9815-C05874C0A876}" presName="sibTrans" presStyleLbl="sibTrans2D1" presStyleIdx="1" presStyleCnt="4"/>
      <dgm:spPr/>
    </dgm:pt>
    <dgm:pt modelId="{4C8E3797-C9CF-438A-9ECB-FFF326BA74D0}" type="pres">
      <dgm:prSet presAssocID="{9804522B-CBBA-4D93-9330-28C5AB980DA3}" presName="child" presStyleLbl="alignAccFollowNode1" presStyleIdx="1" presStyleCnt="4">
        <dgm:presLayoutVars>
          <dgm:chMax val="0"/>
          <dgm:bulletEnabled val="1"/>
        </dgm:presLayoutVars>
      </dgm:prSet>
      <dgm:spPr/>
    </dgm:pt>
    <dgm:pt modelId="{617128E7-CF75-47E9-AE84-4C9C19AE4AC0}" type="pres">
      <dgm:prSet presAssocID="{64C53D19-6044-4A19-97DE-715A238326D1}" presName="hSp" presStyleCnt="0"/>
      <dgm:spPr/>
    </dgm:pt>
    <dgm:pt modelId="{CC6BFDA4-6B6D-40E4-8F3F-B824E00AE5D9}" type="pres">
      <dgm:prSet presAssocID="{800C90E4-F501-45B6-9799-E727D46DF5AB}" presName="vertFlow" presStyleCnt="0"/>
      <dgm:spPr/>
    </dgm:pt>
    <dgm:pt modelId="{1A37D773-692F-464B-92EC-F8AA1C41AE9A}" type="pres">
      <dgm:prSet presAssocID="{800C90E4-F501-45B6-9799-E727D46DF5AB}" presName="header" presStyleLbl="node1" presStyleIdx="1" presStyleCnt="2"/>
      <dgm:spPr/>
    </dgm:pt>
    <dgm:pt modelId="{36BCE2E9-D362-4223-8BA3-1CE2D6F0234D}" type="pres">
      <dgm:prSet presAssocID="{57B065E1-4849-4BAE-A3EA-357E559711CC}" presName="parTrans" presStyleLbl="sibTrans2D1" presStyleIdx="2" presStyleCnt="4"/>
      <dgm:spPr/>
    </dgm:pt>
    <dgm:pt modelId="{2A992BA7-C851-4F7C-BAD8-22197AEFB8AD}" type="pres">
      <dgm:prSet presAssocID="{3AE1F084-01EA-457D-B222-2FB44C788D5F}" presName="child" presStyleLbl="alignAccFollowNode1" presStyleIdx="2" presStyleCnt="4">
        <dgm:presLayoutVars>
          <dgm:chMax val="0"/>
          <dgm:bulletEnabled val="1"/>
        </dgm:presLayoutVars>
      </dgm:prSet>
      <dgm:spPr/>
    </dgm:pt>
    <dgm:pt modelId="{2872C889-1400-4B88-BE57-3CBC399B93CE}" type="pres">
      <dgm:prSet presAssocID="{40063486-B018-491A-A632-BDA3ACFE50AA}" presName="sibTrans" presStyleLbl="sibTrans2D1" presStyleIdx="3" presStyleCnt="4"/>
      <dgm:spPr/>
    </dgm:pt>
    <dgm:pt modelId="{5B19B1BD-412D-4084-B642-9C458232FECC}" type="pres">
      <dgm:prSet presAssocID="{19A8832E-99E6-4484-93D0-30ECA119E87A}" presName="child" presStyleLbl="alignAccFollowNode1" presStyleIdx="3" presStyleCnt="4">
        <dgm:presLayoutVars>
          <dgm:chMax val="0"/>
          <dgm:bulletEnabled val="1"/>
        </dgm:presLayoutVars>
      </dgm:prSet>
      <dgm:spPr/>
    </dgm:pt>
  </dgm:ptLst>
  <dgm:cxnLst>
    <dgm:cxn modelId="{A1C4850D-51D1-4BD0-8952-E87B6CBE672A}" type="presOf" srcId="{C25F9494-2836-4F9F-AE2A-4BA0DFEF248F}" destId="{464B42D6-FCEF-46C6-AA16-2E06ECAB99EB}" srcOrd="0" destOrd="0" presId="urn:microsoft.com/office/officeart/2005/8/layout/lProcess1"/>
    <dgm:cxn modelId="{E260E72D-B4C8-4262-9DE3-478CBF67B180}" type="presOf" srcId="{F1A71333-EDB0-4EFD-9815-C05874C0A876}" destId="{9038D4D3-45C1-4768-A9A4-A1F88E5564AF}" srcOrd="0" destOrd="0" presId="urn:microsoft.com/office/officeart/2005/8/layout/lProcess1"/>
    <dgm:cxn modelId="{C765A941-73C8-4D2B-A4FC-14ADF458E271}" srcId="{64C53D19-6044-4A19-97DE-715A238326D1}" destId="{4E669094-A9BE-4047-AACE-ED2E449FD0A9}" srcOrd="0" destOrd="0" parTransId="{C25F9494-2836-4F9F-AE2A-4BA0DFEF248F}" sibTransId="{F1A71333-EDB0-4EFD-9815-C05874C0A876}"/>
    <dgm:cxn modelId="{23666E6A-7405-4E63-9F7D-3413CACBC08E}" srcId="{1A54AB93-51F3-42E9-AC52-BF0F8E66FAC3}" destId="{800C90E4-F501-45B6-9799-E727D46DF5AB}" srcOrd="1" destOrd="0" parTransId="{382BD86E-6DC6-4CC7-ADD0-F076CF9CF621}" sibTransId="{E60F74CC-314E-4704-9285-1CDB365748C5}"/>
    <dgm:cxn modelId="{36C5FC6A-8897-472F-9346-C48417264B77}" type="presOf" srcId="{4E669094-A9BE-4047-AACE-ED2E449FD0A9}" destId="{3318A035-BE8E-4F47-9812-557D056D20F7}" srcOrd="0" destOrd="0" presId="urn:microsoft.com/office/officeart/2005/8/layout/lProcess1"/>
    <dgm:cxn modelId="{765E0351-11D9-4611-BE79-349857A65E4D}" type="presOf" srcId="{57B065E1-4849-4BAE-A3EA-357E559711CC}" destId="{36BCE2E9-D362-4223-8BA3-1CE2D6F0234D}" srcOrd="0" destOrd="0" presId="urn:microsoft.com/office/officeart/2005/8/layout/lProcess1"/>
    <dgm:cxn modelId="{C2CDA683-C7C6-481C-8746-A5452788E63D}" type="presOf" srcId="{9804522B-CBBA-4D93-9330-28C5AB980DA3}" destId="{4C8E3797-C9CF-438A-9ECB-FFF326BA74D0}" srcOrd="0" destOrd="0" presId="urn:microsoft.com/office/officeart/2005/8/layout/lProcess1"/>
    <dgm:cxn modelId="{668D8794-9C54-416D-9E60-E6EB28BD1866}" type="presOf" srcId="{64C53D19-6044-4A19-97DE-715A238326D1}" destId="{44DB38F0-0D48-433C-A8FC-22BC0843C0E5}" srcOrd="0" destOrd="0" presId="urn:microsoft.com/office/officeart/2005/8/layout/lProcess1"/>
    <dgm:cxn modelId="{9E4E56B9-BFFD-45D6-824F-E5644C1F1C58}" type="presOf" srcId="{19A8832E-99E6-4484-93D0-30ECA119E87A}" destId="{5B19B1BD-412D-4084-B642-9C458232FECC}" srcOrd="0" destOrd="0" presId="urn:microsoft.com/office/officeart/2005/8/layout/lProcess1"/>
    <dgm:cxn modelId="{3D663FBB-94E4-4750-A140-E02B822F6B9A}" type="presOf" srcId="{40063486-B018-491A-A632-BDA3ACFE50AA}" destId="{2872C889-1400-4B88-BE57-3CBC399B93CE}" srcOrd="0" destOrd="0" presId="urn:microsoft.com/office/officeart/2005/8/layout/lProcess1"/>
    <dgm:cxn modelId="{A4398ABE-23BF-4ABF-B37E-CC5E29199726}" srcId="{1A54AB93-51F3-42E9-AC52-BF0F8E66FAC3}" destId="{64C53D19-6044-4A19-97DE-715A238326D1}" srcOrd="0" destOrd="0" parTransId="{B02B4A06-AD93-4EA8-9309-CE29493409F7}" sibTransId="{5C1F2DA3-3964-4C9F-A725-77412061501E}"/>
    <dgm:cxn modelId="{6D4C50C0-418E-4655-B865-F99E6CA3C5BE}" type="presOf" srcId="{3AE1F084-01EA-457D-B222-2FB44C788D5F}" destId="{2A992BA7-C851-4F7C-BAD8-22197AEFB8AD}" srcOrd="0" destOrd="0" presId="urn:microsoft.com/office/officeart/2005/8/layout/lProcess1"/>
    <dgm:cxn modelId="{034CA3C0-7530-482C-9127-A93E989FDAD0}" srcId="{64C53D19-6044-4A19-97DE-715A238326D1}" destId="{9804522B-CBBA-4D93-9330-28C5AB980DA3}" srcOrd="1" destOrd="0" parTransId="{F83AEAFB-9FEC-4375-856E-53FB30575416}" sibTransId="{DF503EFF-8454-4A11-81C4-090DC22442E0}"/>
    <dgm:cxn modelId="{DEF70ACC-FFE4-4759-84CA-BCC85F59C13D}" type="presOf" srcId="{1A54AB93-51F3-42E9-AC52-BF0F8E66FAC3}" destId="{49BA0D55-75A0-408A-A5AC-55EDC5F669A3}" srcOrd="0" destOrd="0" presId="urn:microsoft.com/office/officeart/2005/8/layout/lProcess1"/>
    <dgm:cxn modelId="{156DC1DD-B246-4E47-9AF5-A31C97A50010}" srcId="{800C90E4-F501-45B6-9799-E727D46DF5AB}" destId="{19A8832E-99E6-4484-93D0-30ECA119E87A}" srcOrd="1" destOrd="0" parTransId="{97B70AEC-9AC7-4A83-9678-2D3E5B64ED28}" sibTransId="{C19F3FC2-9D0C-47FD-887D-EF3CF17E2914}"/>
    <dgm:cxn modelId="{B84033E5-B127-4887-A6BB-496E4DAD0021}" srcId="{800C90E4-F501-45B6-9799-E727D46DF5AB}" destId="{3AE1F084-01EA-457D-B222-2FB44C788D5F}" srcOrd="0" destOrd="0" parTransId="{57B065E1-4849-4BAE-A3EA-357E559711CC}" sibTransId="{40063486-B018-491A-A632-BDA3ACFE50AA}"/>
    <dgm:cxn modelId="{3A761AF7-F59B-4B24-BCA4-4686A09537D7}" type="presOf" srcId="{800C90E4-F501-45B6-9799-E727D46DF5AB}" destId="{1A37D773-692F-464B-92EC-F8AA1C41AE9A}" srcOrd="0" destOrd="0" presId="urn:microsoft.com/office/officeart/2005/8/layout/lProcess1"/>
    <dgm:cxn modelId="{6FB5E345-2301-4CFC-A38C-20D05C3608E1}" type="presParOf" srcId="{49BA0D55-75A0-408A-A5AC-55EDC5F669A3}" destId="{14D00318-04FF-4811-9CAD-1DF65B40F5BA}" srcOrd="0" destOrd="0" presId="urn:microsoft.com/office/officeart/2005/8/layout/lProcess1"/>
    <dgm:cxn modelId="{EFD20EA1-C497-47CD-9E7F-690C24B438CE}" type="presParOf" srcId="{14D00318-04FF-4811-9CAD-1DF65B40F5BA}" destId="{44DB38F0-0D48-433C-A8FC-22BC0843C0E5}" srcOrd="0" destOrd="0" presId="urn:microsoft.com/office/officeart/2005/8/layout/lProcess1"/>
    <dgm:cxn modelId="{EF6F3C93-3009-482A-935F-559A2F238027}" type="presParOf" srcId="{14D00318-04FF-4811-9CAD-1DF65B40F5BA}" destId="{464B42D6-FCEF-46C6-AA16-2E06ECAB99EB}" srcOrd="1" destOrd="0" presId="urn:microsoft.com/office/officeart/2005/8/layout/lProcess1"/>
    <dgm:cxn modelId="{202CF9B8-336C-49BD-BECA-714B597BB3F7}" type="presParOf" srcId="{14D00318-04FF-4811-9CAD-1DF65B40F5BA}" destId="{3318A035-BE8E-4F47-9812-557D056D20F7}" srcOrd="2" destOrd="0" presId="urn:microsoft.com/office/officeart/2005/8/layout/lProcess1"/>
    <dgm:cxn modelId="{99DB0943-6A3A-4ADC-813C-560AC9E144EF}" type="presParOf" srcId="{14D00318-04FF-4811-9CAD-1DF65B40F5BA}" destId="{9038D4D3-45C1-4768-A9A4-A1F88E5564AF}" srcOrd="3" destOrd="0" presId="urn:microsoft.com/office/officeart/2005/8/layout/lProcess1"/>
    <dgm:cxn modelId="{6FEFE77E-401A-4ADE-AD4F-9C82C6FED666}" type="presParOf" srcId="{14D00318-04FF-4811-9CAD-1DF65B40F5BA}" destId="{4C8E3797-C9CF-438A-9ECB-FFF326BA74D0}" srcOrd="4" destOrd="0" presId="urn:microsoft.com/office/officeart/2005/8/layout/lProcess1"/>
    <dgm:cxn modelId="{7D9AA613-5A97-41FD-8F73-21B658DE7EB9}" type="presParOf" srcId="{49BA0D55-75A0-408A-A5AC-55EDC5F669A3}" destId="{617128E7-CF75-47E9-AE84-4C9C19AE4AC0}" srcOrd="1" destOrd="0" presId="urn:microsoft.com/office/officeart/2005/8/layout/lProcess1"/>
    <dgm:cxn modelId="{23809D8B-149C-46AB-B898-9C5E4020C5B5}" type="presParOf" srcId="{49BA0D55-75A0-408A-A5AC-55EDC5F669A3}" destId="{CC6BFDA4-6B6D-40E4-8F3F-B824E00AE5D9}" srcOrd="2" destOrd="0" presId="urn:microsoft.com/office/officeart/2005/8/layout/lProcess1"/>
    <dgm:cxn modelId="{06409365-B899-41FD-AE07-134F81CFC6A1}" type="presParOf" srcId="{CC6BFDA4-6B6D-40E4-8F3F-B824E00AE5D9}" destId="{1A37D773-692F-464B-92EC-F8AA1C41AE9A}" srcOrd="0" destOrd="0" presId="urn:microsoft.com/office/officeart/2005/8/layout/lProcess1"/>
    <dgm:cxn modelId="{31C256FE-3F13-4BC5-AA8D-99677BF2571B}" type="presParOf" srcId="{CC6BFDA4-6B6D-40E4-8F3F-B824E00AE5D9}" destId="{36BCE2E9-D362-4223-8BA3-1CE2D6F0234D}" srcOrd="1" destOrd="0" presId="urn:microsoft.com/office/officeart/2005/8/layout/lProcess1"/>
    <dgm:cxn modelId="{5D5E42F6-5DC2-40A2-93E1-1A602934596D}" type="presParOf" srcId="{CC6BFDA4-6B6D-40E4-8F3F-B824E00AE5D9}" destId="{2A992BA7-C851-4F7C-BAD8-22197AEFB8AD}" srcOrd="2" destOrd="0" presId="urn:microsoft.com/office/officeart/2005/8/layout/lProcess1"/>
    <dgm:cxn modelId="{FD60AAE2-ACD2-473F-992A-49405846C796}" type="presParOf" srcId="{CC6BFDA4-6B6D-40E4-8F3F-B824E00AE5D9}" destId="{2872C889-1400-4B88-BE57-3CBC399B93CE}" srcOrd="3" destOrd="0" presId="urn:microsoft.com/office/officeart/2005/8/layout/lProcess1"/>
    <dgm:cxn modelId="{25DC720E-46B1-4EBF-B2E1-B8BF78BADB60}" type="presParOf" srcId="{CC6BFDA4-6B6D-40E4-8F3F-B824E00AE5D9}" destId="{5B19B1BD-412D-4084-B642-9C458232FECC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B38F0-0D48-433C-A8FC-22BC0843C0E5}">
      <dsp:nvSpPr>
        <dsp:cNvPr id="0" name=""/>
        <dsp:cNvSpPr/>
      </dsp:nvSpPr>
      <dsp:spPr>
        <a:xfrm>
          <a:off x="1478143" y="1333"/>
          <a:ext cx="3105098" cy="7762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700" kern="1200" dirty="0"/>
            <a:t>Robot</a:t>
          </a:r>
        </a:p>
      </dsp:txBody>
      <dsp:txXfrm>
        <a:off x="1500879" y="24069"/>
        <a:ext cx="3059626" cy="730802"/>
      </dsp:txXfrm>
    </dsp:sp>
    <dsp:sp modelId="{464B42D6-FCEF-46C6-AA16-2E06ECAB99EB}">
      <dsp:nvSpPr>
        <dsp:cNvPr id="0" name=""/>
        <dsp:cNvSpPr/>
      </dsp:nvSpPr>
      <dsp:spPr>
        <a:xfrm rot="5400000">
          <a:off x="2962768" y="845532"/>
          <a:ext cx="135848" cy="1358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8A035-BE8E-4F47-9812-557D056D20F7}">
      <dsp:nvSpPr>
        <dsp:cNvPr id="0" name=""/>
        <dsp:cNvSpPr/>
      </dsp:nvSpPr>
      <dsp:spPr>
        <a:xfrm>
          <a:off x="1478143" y="1049304"/>
          <a:ext cx="3105098" cy="776274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700" kern="1200" dirty="0"/>
            <a:t>Program</a:t>
          </a:r>
        </a:p>
      </dsp:txBody>
      <dsp:txXfrm>
        <a:off x="1500879" y="1072040"/>
        <a:ext cx="3059626" cy="730802"/>
      </dsp:txXfrm>
    </dsp:sp>
    <dsp:sp modelId="{9038D4D3-45C1-4768-A9A4-A1F88E5564AF}">
      <dsp:nvSpPr>
        <dsp:cNvPr id="0" name=""/>
        <dsp:cNvSpPr/>
      </dsp:nvSpPr>
      <dsp:spPr>
        <a:xfrm rot="5400000">
          <a:off x="2962768" y="1893502"/>
          <a:ext cx="135848" cy="1358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E3797-C9CF-438A-9ECB-FFF326BA74D0}">
      <dsp:nvSpPr>
        <dsp:cNvPr id="0" name=""/>
        <dsp:cNvSpPr/>
      </dsp:nvSpPr>
      <dsp:spPr>
        <a:xfrm>
          <a:off x="1478143" y="2097274"/>
          <a:ext cx="3105098" cy="776274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700" kern="1200" dirty="0"/>
            <a:t>Action</a:t>
          </a:r>
        </a:p>
      </dsp:txBody>
      <dsp:txXfrm>
        <a:off x="1500879" y="2120010"/>
        <a:ext cx="3059626" cy="730802"/>
      </dsp:txXfrm>
    </dsp:sp>
    <dsp:sp modelId="{1A37D773-692F-464B-92EC-F8AA1C41AE9A}">
      <dsp:nvSpPr>
        <dsp:cNvPr id="0" name=""/>
        <dsp:cNvSpPr/>
      </dsp:nvSpPr>
      <dsp:spPr>
        <a:xfrm>
          <a:off x="5017955" y="1333"/>
          <a:ext cx="3105098" cy="7762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700" kern="1200" dirty="0"/>
            <a:t>Website</a:t>
          </a:r>
        </a:p>
      </dsp:txBody>
      <dsp:txXfrm>
        <a:off x="5040691" y="24069"/>
        <a:ext cx="3059626" cy="730802"/>
      </dsp:txXfrm>
    </dsp:sp>
    <dsp:sp modelId="{36BCE2E9-D362-4223-8BA3-1CE2D6F0234D}">
      <dsp:nvSpPr>
        <dsp:cNvPr id="0" name=""/>
        <dsp:cNvSpPr/>
      </dsp:nvSpPr>
      <dsp:spPr>
        <a:xfrm rot="5400000">
          <a:off x="6502580" y="845532"/>
          <a:ext cx="135848" cy="1358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92BA7-C851-4F7C-BAD8-22197AEFB8AD}">
      <dsp:nvSpPr>
        <dsp:cNvPr id="0" name=""/>
        <dsp:cNvSpPr/>
      </dsp:nvSpPr>
      <dsp:spPr>
        <a:xfrm>
          <a:off x="5017955" y="1049304"/>
          <a:ext cx="3105098" cy="776274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700" kern="1200" dirty="0"/>
            <a:t>Code</a:t>
          </a:r>
        </a:p>
      </dsp:txBody>
      <dsp:txXfrm>
        <a:off x="5040691" y="1072040"/>
        <a:ext cx="3059626" cy="730802"/>
      </dsp:txXfrm>
    </dsp:sp>
    <dsp:sp modelId="{2872C889-1400-4B88-BE57-3CBC399B93CE}">
      <dsp:nvSpPr>
        <dsp:cNvPr id="0" name=""/>
        <dsp:cNvSpPr/>
      </dsp:nvSpPr>
      <dsp:spPr>
        <a:xfrm rot="5400000">
          <a:off x="6502580" y="1893502"/>
          <a:ext cx="135848" cy="135848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9B1BD-412D-4084-B642-9C458232FECC}">
      <dsp:nvSpPr>
        <dsp:cNvPr id="0" name=""/>
        <dsp:cNvSpPr/>
      </dsp:nvSpPr>
      <dsp:spPr>
        <a:xfrm>
          <a:off x="5017955" y="2097274"/>
          <a:ext cx="3105098" cy="776274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4700" kern="1200" dirty="0"/>
            <a:t>Action</a:t>
          </a:r>
        </a:p>
      </dsp:txBody>
      <dsp:txXfrm>
        <a:off x="5040691" y="2120010"/>
        <a:ext cx="3059626" cy="730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C5132-FFA3-4B02-9F09-22FCF40EFA7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0D7-F8F1-4196-9585-26F31AFC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E42C9-243F-4DC5-AFF6-9D56B5FA9D6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EC444-603B-4F09-9A06-5917518DD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Welcome everyone!</a:t>
            </a:r>
          </a:p>
          <a:p>
            <a:r>
              <a:rPr lang="en-NG" dirty="0"/>
              <a:t>I'm Kingsley, and over the next four weeks we're going to learn how software engineers build websites, solve problems, and create amazing technology.</a:t>
            </a:r>
          </a:p>
          <a:p>
            <a:r>
              <a:rPr lang="en-NG" dirty="0"/>
              <a:t>This isn't a normal class.</a:t>
            </a:r>
          </a:p>
          <a:p>
            <a:r>
              <a:rPr lang="en-NG" dirty="0"/>
              <a:t>We're going to build real projects together.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Tell your story.</a:t>
            </a:r>
          </a:p>
          <a:p>
            <a:r>
              <a:rPr lang="en-NG" dirty="0"/>
              <a:t>Don't read your CV.</a:t>
            </a:r>
          </a:p>
          <a:p>
            <a:r>
              <a:rPr lang="en-NG" dirty="0"/>
              <a:t>Explain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NG" dirty="0"/>
              <a:t>Why you love technology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NG" dirty="0"/>
              <a:t>How you started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NG" dirty="0"/>
              <a:t>Why mistakes helped you learn </a:t>
            </a:r>
          </a:p>
          <a:p>
            <a:r>
              <a:rPr lang="en-NG" dirty="0"/>
              <a:t>Students connect with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54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Explain</a:t>
            </a:r>
          </a:p>
          <a:p>
            <a:r>
              <a:rPr lang="en-NG" dirty="0"/>
              <a:t>"We're not just learning HTML.</a:t>
            </a:r>
          </a:p>
          <a:p>
            <a:r>
              <a:rPr lang="en-NG" dirty="0"/>
              <a:t>We're building something you can proudly show your family and friends."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14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b="1" dirty="0"/>
              <a:t>Ask Students</a:t>
            </a:r>
          </a:p>
          <a:p>
            <a:r>
              <a:rPr lang="en-NG" dirty="0"/>
              <a:t>What apps do you use every day?</a:t>
            </a:r>
          </a:p>
          <a:p>
            <a:r>
              <a:rPr lang="en-NG" b="1" dirty="0"/>
              <a:t>Notes</a:t>
            </a:r>
          </a:p>
          <a:p>
            <a:r>
              <a:rPr lang="en-NG" dirty="0"/>
              <a:t>Write their answers.</a:t>
            </a:r>
          </a:p>
          <a:p>
            <a:r>
              <a:rPr lang="en-NG" dirty="0"/>
              <a:t>YouTube</a:t>
            </a:r>
          </a:p>
          <a:p>
            <a:r>
              <a:rPr lang="en-NG" dirty="0"/>
              <a:t>TikTok</a:t>
            </a:r>
          </a:p>
          <a:p>
            <a:r>
              <a:rPr lang="en-NG" dirty="0"/>
              <a:t>Spotify</a:t>
            </a:r>
          </a:p>
          <a:p>
            <a:r>
              <a:rPr lang="en-NG" dirty="0"/>
              <a:t>WhatsApp</a:t>
            </a:r>
          </a:p>
          <a:p>
            <a:r>
              <a:rPr lang="en-NG" dirty="0"/>
              <a:t>Then explain</a:t>
            </a:r>
          </a:p>
          <a:p>
            <a:r>
              <a:rPr lang="en-NG" dirty="0"/>
              <a:t>Someone built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1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Use the house analogy.</a:t>
            </a:r>
          </a:p>
          <a:p>
            <a:r>
              <a:rPr lang="en-NG" dirty="0"/>
              <a:t>HTML</a:t>
            </a:r>
          </a:p>
          <a:p>
            <a:r>
              <a:rPr lang="en-NG" dirty="0"/>
              <a:t>Bricks</a:t>
            </a:r>
          </a:p>
          <a:p>
            <a:r>
              <a:rPr lang="en-NG" dirty="0"/>
              <a:t>↓</a:t>
            </a:r>
          </a:p>
          <a:p>
            <a:r>
              <a:rPr lang="en-NG" dirty="0"/>
              <a:t>CSS</a:t>
            </a:r>
          </a:p>
          <a:p>
            <a:r>
              <a:rPr lang="en-NG" dirty="0"/>
              <a:t>Paint</a:t>
            </a:r>
          </a:p>
          <a:p>
            <a:r>
              <a:rPr lang="en-NG" dirty="0"/>
              <a:t>↓</a:t>
            </a:r>
          </a:p>
          <a:p>
            <a:r>
              <a:rPr lang="en-NG" dirty="0"/>
              <a:t>JavaScript</a:t>
            </a:r>
          </a:p>
          <a:p>
            <a:r>
              <a:rPr lang="en-NG" dirty="0"/>
              <a:t>Electricity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3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Show your robot.</a:t>
            </a:r>
          </a:p>
          <a:p>
            <a:r>
              <a:rPr lang="en-NG" dirty="0"/>
              <a:t>Ask</a:t>
            </a:r>
          </a:p>
          <a:p>
            <a:r>
              <a:rPr lang="en-NG" dirty="0"/>
              <a:t>What happens if I change the code?</a:t>
            </a:r>
          </a:p>
          <a:p>
            <a:r>
              <a:rPr lang="en-NG" dirty="0"/>
              <a:t>Connect robotics to websites.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61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Open Google.</a:t>
            </a:r>
          </a:p>
          <a:p>
            <a:r>
              <a:rPr lang="en-NG" dirty="0"/>
              <a:t>Open YouTube.</a:t>
            </a:r>
          </a:p>
          <a:p>
            <a:r>
              <a:rPr lang="en-NG" dirty="0"/>
              <a:t>Open BBC.</a:t>
            </a:r>
          </a:p>
          <a:p>
            <a:r>
              <a:rPr lang="en-NG" dirty="0"/>
              <a:t>Explain</a:t>
            </a:r>
          </a:p>
          <a:p>
            <a:r>
              <a:rPr lang="en-NG" dirty="0"/>
              <a:t>They're just files.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46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Spend time here.</a:t>
            </a:r>
          </a:p>
          <a:p>
            <a:r>
              <a:rPr lang="en-NG" dirty="0"/>
              <a:t>This is the most important discussion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07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Teach responsible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57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Let everyone draw.</a:t>
            </a:r>
          </a:p>
          <a:p>
            <a:r>
              <a:rPr lang="en-NG" dirty="0"/>
              <a:t>No coding.</a:t>
            </a:r>
          </a:p>
          <a:p>
            <a:r>
              <a:rPr lang="en-NG" dirty="0"/>
              <a:t>No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78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Simple homework.</a:t>
            </a:r>
          </a:p>
          <a:p>
            <a:r>
              <a:rPr lang="en-NG" dirty="0"/>
              <a:t>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55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6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30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0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1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0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60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1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8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22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2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2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254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95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36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987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28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0FE2824-C2A0-4931-BB32-60B24BDBB3CC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CE93C8-27F4-1397-D73F-AD687537D5D1}"/>
              </a:ext>
            </a:extLst>
          </p:cNvPr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7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58EB8A-C7C5-4211-9687-A5EE0C6DD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5D94D4E-6D90-4017-88B5-20FB90038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5383EC4-D6DD-4C5A-913E-9FBB97309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779F7A-4308-4A06-9EE1-97A003037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0F2FC2F-2244-4240-94B0-9D51B33BA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3307054-69F1-41D9-993D-AE5A21F86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G" sz="4600" b="1" dirty="0"/>
              <a:t>Welcome to </a:t>
            </a:r>
            <a:r>
              <a:rPr lang="en-NG" sz="4600" b="1" dirty="0" err="1"/>
              <a:t>Kokoodi</a:t>
            </a:r>
            <a:r>
              <a:rPr lang="en-NG" sz="4600" b="1" dirty="0"/>
              <a:t> AI Makers Camp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ea typeface="+mn-lt"/>
                <a:cs typeface="+mn-lt"/>
              </a:rPr>
              <a:t>Think Like an Engineer</a:t>
            </a:r>
            <a:r>
              <a:rPr lang="en-NG">
                <a:ea typeface="+mn-lt"/>
                <a:cs typeface="+mn-lt"/>
              </a:rPr>
              <a:t> |</a:t>
            </a:r>
            <a:r>
              <a:rPr lang="en-US">
                <a:ea typeface="+mn-lt"/>
                <a:cs typeface="+mn-lt"/>
              </a:rPr>
              <a:t>Build • Create • Innovate</a:t>
            </a:r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6E7B777-18B2-4C35-B506-702DC68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rduino Inspiration Labs">
            <a:extLst>
              <a:ext uri="{FF2B5EF4-FFF2-40B4-BE49-F238E27FC236}">
                <a16:creationId xmlns:a16="http://schemas.microsoft.com/office/drawing/2014/main" id="{89C8377B-1711-0040-61EC-09CA155CD2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4" b="7124"/>
          <a:stretch>
            <a:fillRect/>
          </a:stretch>
        </p:blipFill>
        <p:spPr>
          <a:xfrm>
            <a:off x="1776502" y="1257341"/>
            <a:ext cx="4243375" cy="2798064"/>
          </a:xfrm>
          <a:prstGeom prst="rect">
            <a:avLst/>
          </a:prstGeom>
        </p:spPr>
      </p:pic>
      <p:pic>
        <p:nvPicPr>
          <p:cNvPr id="6" name="Picture 5" descr="Coding Heals Teen Hearts: Emotional Wins Revealed">
            <a:extLst>
              <a:ext uri="{FF2B5EF4-FFF2-40B4-BE49-F238E27FC236}">
                <a16:creationId xmlns:a16="http://schemas.microsoft.com/office/drawing/2014/main" id="{E7C803C0-B1C0-E635-140B-9BE725D3FF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499" r="3" b="3"/>
          <a:stretch>
            <a:fillRect/>
          </a:stretch>
        </p:blipFill>
        <p:spPr>
          <a:xfrm>
            <a:off x="6180744" y="1257341"/>
            <a:ext cx="4227694" cy="2798064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DF7A100-AC98-48E5-8ADC-222C893FB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13EA690-3E46-4734-B577-2ABC2C11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1BDD458-A659-4F0A-8038-738C3F39D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F792791-84CE-47AA-BB9B-37B92497A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529672B-07B1-4DA2-BD2A-C421B1FBA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8E902B0-5E87-4F1F-9249-F11B511EC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71F2CD6-3F1D-4272-B95F-DF779709E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508" y="982132"/>
            <a:ext cx="6270090" cy="1303867"/>
          </a:xfrm>
        </p:spPr>
        <p:txBody>
          <a:bodyPr>
            <a:normAutofit/>
          </a:bodyPr>
          <a:lstStyle/>
          <a:p>
            <a:r>
              <a:rPr lang="en-NG" b="1"/>
              <a:t>Meet Your Instructor</a:t>
            </a:r>
            <a:endParaRPr lang="en-NG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2D7A57-9708-42D3-BE0A-D2D5AEBBB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3072384" cy="453542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ython Programming for Beginners with Hands-On Practice">
            <a:extLst>
              <a:ext uri="{FF2B5EF4-FFF2-40B4-BE49-F238E27FC236}">
                <a16:creationId xmlns:a16="http://schemas.microsoft.com/office/drawing/2014/main" id="{DF49E314-59B0-B613-E41C-A2657AB41B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96" r="20085" b="-4"/>
          <a:stretch>
            <a:fillRect/>
          </a:stretch>
        </p:blipFill>
        <p:spPr>
          <a:xfrm>
            <a:off x="1257236" y="1255007"/>
            <a:ext cx="2743200" cy="2219714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5B9B75-E178-411B-BA12-D67B08861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4033" y="2400639"/>
            <a:ext cx="6035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Understanding the Difference between PCB prototyping and Full Spec Production | AdvancedPCB">
            <a:extLst>
              <a:ext uri="{FF2B5EF4-FFF2-40B4-BE49-F238E27FC236}">
                <a16:creationId xmlns:a16="http://schemas.microsoft.com/office/drawing/2014/main" id="{4D66064A-B612-4228-DE37-B5A6E6238B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07" r="2" b="2"/>
          <a:stretch>
            <a:fillRect/>
          </a:stretch>
        </p:blipFill>
        <p:spPr>
          <a:xfrm>
            <a:off x="1257236" y="3474720"/>
            <a:ext cx="2743200" cy="198831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1496" y="2556932"/>
            <a:ext cx="6260114" cy="331893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NG" b="1"/>
              <a:t>Kingsley Onyema</a:t>
            </a:r>
            <a:endParaRPr lang="en-NG"/>
          </a:p>
          <a:p>
            <a:pPr lvl="1"/>
            <a:r>
              <a:rPr lang="en-NG"/>
              <a:t>Aspiring Software Developer </a:t>
            </a:r>
          </a:p>
          <a:p>
            <a:pPr lvl="1"/>
            <a:r>
              <a:rPr lang="en-NG"/>
              <a:t>Robotics Instructor </a:t>
            </a:r>
          </a:p>
          <a:p>
            <a:pPr lvl="1"/>
            <a:r>
              <a:rPr lang="en-NG"/>
              <a:t>STEM Educator </a:t>
            </a:r>
          </a:p>
          <a:p>
            <a:pPr lvl="1"/>
            <a:r>
              <a:rPr lang="en-NG"/>
              <a:t>Python Programmer </a:t>
            </a:r>
          </a:p>
          <a:p>
            <a:pPr lvl="1"/>
            <a:r>
              <a:rPr lang="en-NG"/>
              <a:t>Technology Enthusiast 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NG" sz="3200" b="1">
                <a:solidFill>
                  <a:srgbClr val="262626"/>
                </a:solidFill>
              </a:rPr>
              <a:t>Our Mission</a:t>
            </a:r>
            <a:endParaRPr lang="en-US" sz="3200" b="1" dirty="0">
              <a:solidFill>
                <a:srgbClr val="26262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83687-E87B-52C5-28AD-EF3FFDE02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sz="2000">
                <a:solidFill>
                  <a:srgbClr val="262626"/>
                </a:solidFill>
              </a:rPr>
              <a:t>By the end of this programme...</a:t>
            </a:r>
          </a:p>
          <a:p>
            <a:pPr marL="0" indent="0">
              <a:buNone/>
            </a:pPr>
            <a:r>
              <a:rPr lang="en-NG" sz="2000">
                <a:solidFill>
                  <a:srgbClr val="262626"/>
                </a:solidFill>
              </a:rPr>
              <a:t>YOU will have your own website.</a:t>
            </a:r>
          </a:p>
          <a:p>
            <a:pPr lvl="1"/>
            <a:r>
              <a:rPr lang="en-NG">
                <a:solidFill>
                  <a:srgbClr val="262626"/>
                </a:solidFill>
              </a:rPr>
              <a:t>Portfolio Website</a:t>
            </a:r>
          </a:p>
          <a:p>
            <a:pPr lvl="1"/>
            <a:r>
              <a:rPr lang="en-NG">
                <a:solidFill>
                  <a:srgbClr val="262626"/>
                </a:solidFill>
              </a:rPr>
              <a:t>Live on the Internet</a:t>
            </a:r>
          </a:p>
          <a:p>
            <a:pPr lvl="1"/>
            <a:r>
              <a:rPr lang="en-NG">
                <a:solidFill>
                  <a:srgbClr val="262626"/>
                </a:solidFill>
              </a:rPr>
              <a:t>Built by YOU</a:t>
            </a:r>
            <a:endParaRPr lang="en-NG" dirty="0">
              <a:solidFill>
                <a:srgbClr val="262626"/>
              </a:solidFill>
            </a:endParaRPr>
          </a:p>
        </p:txBody>
      </p:sp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How to create stunning student portfolios">
            <a:extLst>
              <a:ext uri="{FF2B5EF4-FFF2-40B4-BE49-F238E27FC236}">
                <a16:creationId xmlns:a16="http://schemas.microsoft.com/office/drawing/2014/main" id="{BEEBACF5-B97C-E575-A715-4F7AF796D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910" y="1680780"/>
            <a:ext cx="6098041" cy="34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8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C617B5E7-82EF-4F98-88F9-C0D5A5E8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EDA38C96-883D-497B-8F5D-D7E43524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B488A02-ECF8-47A5-806C-8CDF9935E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40566D3B-3450-407D-9C9E-622BF0D97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04FE625F-F961-4FE5-95C8-0AE28A5D5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54A39E9-7329-429E-AA37-598874587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E13EA690-3E46-4734-B577-2ABC2C11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BDD458-A659-4F0A-8038-738C3F39D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8F792791-84CE-47AA-BB9B-37B92497A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529672B-07B1-4DA2-BD2A-C421B1FBA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48E902B0-5E87-4F1F-9249-F11B511EC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71F2CD6-3F1D-4272-B95F-DF779709E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508" y="982132"/>
            <a:ext cx="6270090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/>
              <a:t>What Does a Software Engineer Do?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02D7A57-9708-42D3-BE0A-D2D5AEBBB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3072384" cy="453542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Critical Thinking in Software Engineering: Humor &amp; Insights - Kushagra Jaiswal | Medium">
            <a:extLst>
              <a:ext uri="{FF2B5EF4-FFF2-40B4-BE49-F238E27FC236}">
                <a16:creationId xmlns:a16="http://schemas.microsoft.com/office/drawing/2014/main" id="{F7CE1FD7-CB70-4C73-D2BD-0E196F3EAC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56" b="9228"/>
          <a:stretch>
            <a:fillRect/>
          </a:stretch>
        </p:blipFill>
        <p:spPr>
          <a:xfrm>
            <a:off x="1257236" y="1255007"/>
            <a:ext cx="2743200" cy="2219714"/>
          </a:xfrm>
          <a:prstGeom prst="rect">
            <a:avLst/>
          </a:prstGeom>
        </p:spPr>
      </p:pic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75B9B75-E178-411B-BA12-D67B08861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4033" y="2400639"/>
            <a:ext cx="6035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bout Optima Training Academy | UK's Leading IT Training Provider">
            <a:extLst>
              <a:ext uri="{FF2B5EF4-FFF2-40B4-BE49-F238E27FC236}">
                <a16:creationId xmlns:a16="http://schemas.microsoft.com/office/drawing/2014/main" id="{576F8BDC-98CC-2BC3-88A9-0B2A58AFE7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533" r="6278" b="3"/>
          <a:stretch>
            <a:fillRect/>
          </a:stretch>
        </p:blipFill>
        <p:spPr>
          <a:xfrm>
            <a:off x="1257236" y="3474720"/>
            <a:ext cx="2743200" cy="198831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1496" y="2556932"/>
            <a:ext cx="6260114" cy="3318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Software Engineers</a:t>
            </a:r>
          </a:p>
          <a:p>
            <a:pPr lvl="1"/>
            <a:r>
              <a:rPr lang="en-US" dirty="0"/>
              <a:t>Solve Problems</a:t>
            </a:r>
          </a:p>
          <a:p>
            <a:pPr lvl="1"/>
            <a:r>
              <a:rPr lang="en-US" dirty="0"/>
              <a:t>Build Apps</a:t>
            </a:r>
          </a:p>
          <a:p>
            <a:pPr lvl="1"/>
            <a:r>
              <a:rPr lang="en-US" dirty="0"/>
              <a:t>Build Websites</a:t>
            </a:r>
          </a:p>
          <a:p>
            <a:pPr lvl="1"/>
            <a:r>
              <a:rPr lang="en-US" dirty="0"/>
              <a:t>Create Games</a:t>
            </a:r>
          </a:p>
          <a:p>
            <a:pPr lvl="1"/>
            <a:r>
              <a:rPr lang="en-US" dirty="0"/>
              <a:t>Build AI</a:t>
            </a:r>
          </a:p>
        </p:txBody>
      </p:sp>
    </p:spTree>
    <p:extLst>
      <p:ext uri="{BB962C8B-B14F-4D97-AF65-F5344CB8AC3E}">
        <p14:creationId xmlns:p14="http://schemas.microsoft.com/office/powerpoint/2010/main" val="11805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>
                <a:solidFill>
                  <a:srgbClr val="262626"/>
                </a:solidFill>
              </a:rPr>
              <a:t>Every Website Uses These</a:t>
            </a:r>
            <a:endParaRPr lang="en-US" sz="3200" b="1" dirty="0">
              <a:solidFill>
                <a:srgbClr val="26262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929141" y="2430471"/>
            <a:ext cx="2835464" cy="3552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262626"/>
                </a:solidFill>
              </a:rPr>
              <a:t>HTML</a:t>
            </a:r>
          </a:p>
          <a:p>
            <a:pPr lvl="1"/>
            <a:r>
              <a:rPr lang="en-US">
                <a:solidFill>
                  <a:srgbClr val="262626"/>
                </a:solidFill>
              </a:rPr>
              <a:t>Structure</a:t>
            </a:r>
            <a:br>
              <a:rPr lang="en-US">
                <a:solidFill>
                  <a:srgbClr val="262626"/>
                </a:solidFill>
              </a:rPr>
            </a:br>
            <a:endParaRPr lang="en-US">
              <a:solidFill>
                <a:srgbClr val="262626"/>
              </a:solidFill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262626"/>
                </a:solidFill>
              </a:rPr>
              <a:t>CSS</a:t>
            </a:r>
          </a:p>
          <a:p>
            <a:pPr lvl="1"/>
            <a:r>
              <a:rPr lang="en-US">
                <a:solidFill>
                  <a:srgbClr val="262626"/>
                </a:solidFill>
              </a:rPr>
              <a:t>Style</a:t>
            </a:r>
            <a:br>
              <a:rPr lang="en-US">
                <a:solidFill>
                  <a:srgbClr val="262626"/>
                </a:solidFill>
              </a:rPr>
            </a:br>
            <a:endParaRPr lang="en-US">
              <a:solidFill>
                <a:srgbClr val="262626"/>
              </a:solidFill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262626"/>
                </a:solidFill>
              </a:rPr>
              <a:t>JavaScript</a:t>
            </a:r>
          </a:p>
          <a:p>
            <a:pPr lvl="1"/>
            <a:r>
              <a:rPr lang="en-US">
                <a:solidFill>
                  <a:srgbClr val="262626"/>
                </a:solidFill>
              </a:rPr>
              <a:t>Interaction</a:t>
            </a:r>
            <a:endParaRPr lang="en-US" dirty="0">
              <a:solidFill>
                <a:srgbClr val="262626"/>
              </a:solidFill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50DF6-7F9E-3DC8-A6D5-A7BF0734A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81184"/>
            <a:ext cx="3949041" cy="591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2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93797FD-7F0A-483E-966E-7FE88F8D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299858-315B-4242-A342-32FD05E4D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83D501-1479-4FE1-A62C-B9C862498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3C2CCF-3504-410A-A978-9BCC7D295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44AA77E-0BD7-413F-9123-2CDF296BA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B3BAEE-5BE4-4B17-A2DA-B334759C4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solidFill>
                  <a:srgbClr val="262626"/>
                </a:solidFill>
              </a:rPr>
              <a:t>Robots Need Code Too!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C907E49-B30B-BFD4-62FE-6839BA1848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159582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78379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How Does a Website Reach You?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379EB-3610-6C4C-8A2E-3B62B9F36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544527"/>
            <a:ext cx="7146937" cy="3343745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F19BE23-A0EC-6BB5-2F32-38781B91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2743199" cy="331893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NG" sz="3200" dirty="0"/>
              <a:t>Browser</a:t>
            </a:r>
          </a:p>
          <a:p>
            <a:pPr marL="0" indent="0" algn="ctr">
              <a:buNone/>
            </a:pPr>
            <a:r>
              <a:rPr lang="en-NG" sz="1800" dirty="0"/>
              <a:t>↓</a:t>
            </a:r>
          </a:p>
          <a:p>
            <a:pPr marL="0" indent="0" algn="ctr">
              <a:buNone/>
            </a:pPr>
            <a:r>
              <a:rPr lang="en-NG" sz="3200" dirty="0"/>
              <a:t>Internet</a:t>
            </a:r>
          </a:p>
          <a:p>
            <a:pPr marL="0" indent="0" algn="ctr">
              <a:buNone/>
            </a:pPr>
            <a:r>
              <a:rPr lang="en-NG" sz="1800" dirty="0"/>
              <a:t>↓</a:t>
            </a:r>
          </a:p>
          <a:p>
            <a:pPr marL="0" indent="0" algn="ctr">
              <a:buNone/>
            </a:pPr>
            <a:r>
              <a:rPr lang="en-NG" sz="3200" dirty="0"/>
              <a:t>Website Files</a:t>
            </a:r>
          </a:p>
          <a:p>
            <a:pPr marL="0" indent="0" algn="ctr">
              <a:buNone/>
            </a:pPr>
            <a:r>
              <a:rPr lang="en-NG" sz="1800" dirty="0"/>
              <a:t>↓</a:t>
            </a:r>
          </a:p>
          <a:p>
            <a:pPr marL="0" indent="0" algn="ctr">
              <a:buNone/>
            </a:pPr>
            <a:r>
              <a:rPr lang="en-NG" sz="3200" dirty="0"/>
              <a:t>Your Screen</a:t>
            </a:r>
          </a:p>
        </p:txBody>
      </p:sp>
    </p:spTree>
    <p:extLst>
      <p:ext uri="{BB962C8B-B14F-4D97-AF65-F5344CB8AC3E}">
        <p14:creationId xmlns:p14="http://schemas.microsoft.com/office/powerpoint/2010/main" val="3387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2F6A24-139E-4EB5-86D2-431F42EF8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63AE85-BE5D-4975-BACF-DDDCC9C2A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E7751F0-16BF-4A9D-B778-5D46B92B4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755924-121A-47AA-8613-995D4108B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4D2AFDA-19BE-4455-830E-1541E5D7B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FB15EBF-E414-4E00-87E7-700A78A60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446019-6683-14FE-434E-C89BDFD8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G" sz="4100" b="1"/>
              <a:t>If You Could Build Anything...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DA5B05-DD14-4860-AC45-02A8D2EE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EDEA61-336D-22F4-2DEE-3343AB6260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73" r="7662" b="-4"/>
          <a:stretch>
            <a:fillRect/>
          </a:stretch>
        </p:blipFill>
        <p:spPr>
          <a:xfrm>
            <a:off x="1412683" y="1410208"/>
            <a:ext cx="3876801" cy="385878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BE37AC-AD36-4C42-9B8C-C5500F4E7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6BD6-AE77-ADE9-E31A-74911402E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NG" sz="1800" b="1" dirty="0"/>
              <a:t>Question</a:t>
            </a:r>
          </a:p>
          <a:p>
            <a:pPr lvl="1">
              <a:lnSpc>
                <a:spcPct val="90000"/>
              </a:lnSpc>
            </a:pPr>
            <a:r>
              <a:rPr lang="en-NG" sz="1800" dirty="0"/>
              <a:t>What would YOU build?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NG" sz="1800" b="1" dirty="0"/>
              <a:t>Ideas</a:t>
            </a:r>
          </a:p>
          <a:p>
            <a:pPr lvl="1">
              <a:lnSpc>
                <a:spcPct val="90000"/>
              </a:lnSpc>
            </a:pPr>
            <a:r>
              <a:rPr lang="en-NG" sz="1800" dirty="0"/>
              <a:t>Game</a:t>
            </a:r>
          </a:p>
          <a:p>
            <a:pPr lvl="1">
              <a:lnSpc>
                <a:spcPct val="90000"/>
              </a:lnSpc>
            </a:pPr>
            <a:r>
              <a:rPr lang="en-NG" sz="1800" dirty="0"/>
              <a:t>School Website</a:t>
            </a:r>
          </a:p>
          <a:p>
            <a:pPr lvl="1">
              <a:lnSpc>
                <a:spcPct val="90000"/>
              </a:lnSpc>
            </a:pPr>
            <a:r>
              <a:rPr lang="en-NG" sz="1800" dirty="0"/>
              <a:t>Football App</a:t>
            </a:r>
          </a:p>
          <a:p>
            <a:pPr lvl="1">
              <a:lnSpc>
                <a:spcPct val="90000"/>
              </a:lnSpc>
            </a:pPr>
            <a:r>
              <a:rPr lang="en-NG" sz="1800" dirty="0"/>
              <a:t>Music App</a:t>
            </a:r>
          </a:p>
          <a:p>
            <a:pPr lvl="1">
              <a:lnSpc>
                <a:spcPct val="90000"/>
              </a:lnSpc>
            </a:pPr>
            <a:r>
              <a:rPr lang="en-NG" sz="1800" dirty="0"/>
              <a:t>Robot Controller</a:t>
            </a:r>
          </a:p>
          <a:p>
            <a:pPr>
              <a:lnSpc>
                <a:spcPct val="90000"/>
              </a:lnSpc>
            </a:pPr>
            <a:endParaRPr lang="en-NG" sz="1700" dirty="0"/>
          </a:p>
        </p:txBody>
      </p:sp>
    </p:spTree>
    <p:extLst>
      <p:ext uri="{BB962C8B-B14F-4D97-AF65-F5344CB8AC3E}">
        <p14:creationId xmlns:p14="http://schemas.microsoft.com/office/powerpoint/2010/main" val="345303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/>
          </a:bodyPr>
          <a:lstStyle/>
          <a:p>
            <a:r>
              <a:rPr lang="en-NG" sz="3200" b="1" dirty="0">
                <a:solidFill>
                  <a:srgbClr val="262626"/>
                </a:solidFill>
              </a:rPr>
              <a:t>AI Helps You Learn</a:t>
            </a:r>
            <a:endParaRPr lang="en-US" sz="3200" b="1" dirty="0">
              <a:solidFill>
                <a:srgbClr val="262626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DBB3-99C5-1C52-4EB3-CE08EC935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NG" sz="2800" b="1" dirty="0">
                <a:solidFill>
                  <a:srgbClr val="262626"/>
                </a:solidFill>
              </a:rPr>
              <a:t>Week 1 Rule</a:t>
            </a:r>
          </a:p>
          <a:p>
            <a:pPr marL="0" indent="0" algn="ctr">
              <a:buNone/>
            </a:pPr>
            <a:r>
              <a:rPr lang="en-NG" sz="2000" dirty="0">
                <a:solidFill>
                  <a:srgbClr val="262626"/>
                </a:solidFill>
              </a:rPr>
              <a:t>AI Explains</a:t>
            </a:r>
          </a:p>
          <a:p>
            <a:pPr marL="0" indent="0" algn="ctr">
              <a:buNone/>
            </a:pPr>
            <a:r>
              <a:rPr lang="en-NG" sz="2000" dirty="0">
                <a:solidFill>
                  <a:srgbClr val="262626"/>
                </a:solidFill>
              </a:rPr>
              <a:t>AI DOES NOT Build Your Project</a:t>
            </a:r>
            <a:br>
              <a:rPr lang="en-NG" sz="2000" dirty="0">
                <a:solidFill>
                  <a:srgbClr val="262626"/>
                </a:solidFill>
              </a:rPr>
            </a:br>
            <a:endParaRPr lang="en-NG" sz="2000" dirty="0">
              <a:solidFill>
                <a:srgbClr val="262626"/>
              </a:solidFill>
            </a:endParaRPr>
          </a:p>
          <a:p>
            <a:pPr marL="0" indent="0" algn="ctr">
              <a:buNone/>
            </a:pPr>
            <a:r>
              <a:rPr lang="en-NG" sz="2800" b="1" dirty="0">
                <a:solidFill>
                  <a:srgbClr val="262626"/>
                </a:solidFill>
              </a:rPr>
              <a:t>Examples</a:t>
            </a:r>
            <a:endParaRPr lang="en-NG" sz="2000" b="1" dirty="0">
              <a:solidFill>
                <a:srgbClr val="262626"/>
              </a:solidFill>
            </a:endParaRPr>
          </a:p>
          <a:p>
            <a:pPr marL="0" indent="0" algn="ctr">
              <a:buNone/>
            </a:pPr>
            <a:r>
              <a:rPr lang="en-NG" sz="2000" dirty="0">
                <a:solidFill>
                  <a:srgbClr val="262626"/>
                </a:solidFill>
              </a:rPr>
              <a:t>Explain HTML</a:t>
            </a:r>
          </a:p>
          <a:p>
            <a:pPr marL="0" indent="0" algn="ctr">
              <a:buNone/>
            </a:pPr>
            <a:r>
              <a:rPr lang="en-NG" sz="2000" dirty="0">
                <a:solidFill>
                  <a:srgbClr val="262626"/>
                </a:solidFill>
              </a:rPr>
              <a:t>Explain Errors</a:t>
            </a:r>
          </a:p>
          <a:p>
            <a:pPr marL="0" indent="0" algn="ctr">
              <a:buNone/>
            </a:pPr>
            <a:r>
              <a:rPr lang="en-NG" sz="2000" dirty="0">
                <a:solidFill>
                  <a:srgbClr val="262626"/>
                </a:solidFill>
              </a:rPr>
              <a:t>Explain Tags</a:t>
            </a:r>
          </a:p>
        </p:txBody>
      </p:sp>
      <p:pic>
        <p:nvPicPr>
          <p:cNvPr id="5" name="Picture 4" descr="🚀 Day 50: Code Generation — How AI is Becoming Your Coding Partner">
            <a:extLst>
              <a:ext uri="{FF2B5EF4-FFF2-40B4-BE49-F238E27FC236}">
                <a16:creationId xmlns:a16="http://schemas.microsoft.com/office/drawing/2014/main" id="{177E9195-9EB4-BB5B-4E0F-2FEDFD003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668" y="1890711"/>
            <a:ext cx="5469466" cy="3076574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4405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333F6C-EC0A-90B7-6174-F96E31A05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G" sz="4100" b="1"/>
              <a:t>Today's Challenge</a:t>
            </a:r>
            <a:endParaRPr lang="en-NG" sz="41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392C2-A44F-BD53-E3BB-4F969198F5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682" r="3" b="3"/>
          <a:stretch>
            <a:fillRect/>
          </a:stretch>
        </p:blipFill>
        <p:spPr>
          <a:xfrm>
            <a:off x="1412683" y="1410208"/>
            <a:ext cx="5278777" cy="385878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923AD-7D96-A722-B929-7A038DE6E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3360771" cy="331893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NG" dirty="0"/>
              <a:t>Think.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NG" dirty="0"/>
              <a:t>Imagine.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NG" dirty="0"/>
              <a:t>Sketch.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NG" dirty="0"/>
              <a:t>Share.</a:t>
            </a:r>
            <a:br>
              <a:rPr lang="en-NG" dirty="0"/>
            </a:br>
            <a:endParaRPr lang="en-NG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NG" dirty="0"/>
              <a:t>Draw the website you want to build.</a:t>
            </a:r>
          </a:p>
        </p:txBody>
      </p:sp>
    </p:spTree>
    <p:extLst>
      <p:ext uri="{BB962C8B-B14F-4D97-AF65-F5344CB8AC3E}">
        <p14:creationId xmlns:p14="http://schemas.microsoft.com/office/powerpoint/2010/main" val="412943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NG" sz="3200" b="1" dirty="0">
                <a:solidFill>
                  <a:srgbClr val="262626"/>
                </a:solidFill>
              </a:rPr>
              <a:t>Homework</a:t>
            </a:r>
            <a:endParaRPr lang="en-US" sz="3200" b="1" dirty="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E14E3-BC76-A193-AAC4-2E774DA9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sz="2000" dirty="0">
                <a:solidFill>
                  <a:srgbClr val="262626"/>
                </a:solidFill>
              </a:rPr>
              <a:t>Find 3 Websites You Love</a:t>
            </a:r>
            <a:br>
              <a:rPr lang="en-NG" sz="2000" dirty="0">
                <a:solidFill>
                  <a:srgbClr val="262626"/>
                </a:solidFill>
              </a:rPr>
            </a:br>
            <a:endParaRPr lang="en-NG" sz="2000" dirty="0">
              <a:solidFill>
                <a:srgbClr val="262626"/>
              </a:solidFill>
            </a:endParaRPr>
          </a:p>
          <a:p>
            <a:pPr marL="0" indent="0">
              <a:buNone/>
            </a:pPr>
            <a:r>
              <a:rPr lang="en-NG" sz="2000" b="1" dirty="0">
                <a:solidFill>
                  <a:srgbClr val="262626"/>
                </a:solidFill>
              </a:rPr>
              <a:t>Write</a:t>
            </a:r>
          </a:p>
          <a:p>
            <a:pPr lvl="1"/>
            <a:r>
              <a:rPr lang="en-NG" dirty="0">
                <a:solidFill>
                  <a:srgbClr val="262626"/>
                </a:solidFill>
              </a:rPr>
              <a:t>Why do you like them?</a:t>
            </a:r>
          </a:p>
          <a:p>
            <a:pPr lvl="1"/>
            <a:r>
              <a:rPr lang="en-NG" dirty="0">
                <a:solidFill>
                  <a:srgbClr val="262626"/>
                </a:solidFill>
              </a:rPr>
              <a:t>What would you improve?</a:t>
            </a:r>
          </a:p>
          <a:p>
            <a:endParaRPr lang="en-NG" sz="1800" dirty="0">
              <a:solidFill>
                <a:srgbClr val="262626"/>
              </a:solidFill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8C663-0881-051F-5450-13F3CF5AC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910" y="1688403"/>
            <a:ext cx="6098041" cy="343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3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2F6A24-139E-4EB5-86D2-431F42EF8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63AE85-BE5D-4975-BACF-DDDCC9C2A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E7751F0-16BF-4A9D-B778-5D46B92B4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755924-121A-47AA-8613-995D4108B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4D2AFDA-19BE-4455-830E-1541E5D7B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B15EBF-E414-4E00-87E7-700A78A60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r>
              <a:rPr lang="en-NG" b="1" dirty="0"/>
              <a:t>Great Job Builders!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DA5B05-DD14-4860-AC45-02A8D2EE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ahayak - AI Teaching Assistant">
            <a:extLst>
              <a:ext uri="{FF2B5EF4-FFF2-40B4-BE49-F238E27FC236}">
                <a16:creationId xmlns:a16="http://schemas.microsoft.com/office/drawing/2014/main" id="{B246463D-7D59-B961-A97B-4FA6821F17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65"/>
          <a:stretch>
            <a:fillRect/>
          </a:stretch>
        </p:blipFill>
        <p:spPr>
          <a:xfrm>
            <a:off x="1412683" y="1410208"/>
            <a:ext cx="3876801" cy="385878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BE37AC-AD36-4C42-9B8C-C5500F4E7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95B2-4452-534E-6F32-44AE4228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b="1" dirty="0"/>
              <a:t>Next Session</a:t>
            </a:r>
            <a:endParaRPr lang="en-NG" b="1"/>
          </a:p>
          <a:p>
            <a:pPr marL="0" indent="0">
              <a:buNone/>
            </a:pPr>
            <a:r>
              <a:rPr lang="en-NG" dirty="0"/>
              <a:t>We Build</a:t>
            </a:r>
            <a:endParaRPr lang="en-NG"/>
          </a:p>
          <a:p>
            <a:pPr marL="0" indent="0">
              <a:buNone/>
            </a:pPr>
            <a:r>
              <a:rPr lang="en-NG"/>
              <a:t>Our First Website!</a:t>
            </a:r>
          </a:p>
          <a:p>
            <a:pPr marL="0" indent="0">
              <a:buNone/>
            </a:pPr>
            <a:endParaRPr lang="en-NG"/>
          </a:p>
          <a:p>
            <a:pPr marL="0" indent="0">
              <a:buNone/>
            </a:pPr>
            <a:r>
              <a:rPr lang="en-NG" b="1" dirty="0"/>
              <a:t>Questions?</a:t>
            </a:r>
            <a:endParaRPr lang="en-NG" b="1"/>
          </a:p>
          <a:p>
            <a:pPr marL="0" indent="0">
              <a:buNone/>
            </a:pPr>
            <a:r>
              <a:rPr lang="en-NG" dirty="0"/>
              <a:t>Thank You!</a:t>
            </a:r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219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98</TotalTime>
  <Words>420</Words>
  <Application>Microsoft Office PowerPoint</Application>
  <PresentationFormat>Widescreen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Garamond</vt:lpstr>
      <vt:lpstr>Organic</vt:lpstr>
      <vt:lpstr>Welcome to Kokoodi AI Makers Camp</vt:lpstr>
      <vt:lpstr>Meet Your Instructor</vt:lpstr>
      <vt:lpstr>Our Mission</vt:lpstr>
      <vt:lpstr>What Does a Software Engineer Do?</vt:lpstr>
      <vt:lpstr>Every Website Uses These</vt:lpstr>
      <vt:lpstr>Robots Need Code Too!</vt:lpstr>
      <vt:lpstr>How Does a Website Reach You?</vt:lpstr>
      <vt:lpstr>If You Could Build Anything...</vt:lpstr>
      <vt:lpstr>AI Helps You Learn</vt:lpstr>
      <vt:lpstr>Today's Challenge</vt:lpstr>
      <vt:lpstr>Homework</vt:lpstr>
      <vt:lpstr>Great Job Builders!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Kingsley Onyema</cp:lastModifiedBy>
  <cp:revision>118</cp:revision>
  <dcterms:created xsi:type="dcterms:W3CDTF">2026-08-02T12:52:15Z</dcterms:created>
  <dcterms:modified xsi:type="dcterms:W3CDTF">2026-08-03T02:05:39Z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